
<file path=[Content_Types].xml><?xml version="1.0" encoding="utf-8"?>
<Types xmlns="http://schemas.openxmlformats.org/package/2006/content-types">
  <Default Extension="jp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Props/app0.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openxmlformats.org/package/2006/relationships/metadata/extended-properties" Target="docProps/app0.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7"/>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sldSz cx="12192000" cy="6858000"/>
  <p:notesSz cx="6858000" cy="9144000"/>
  <p:defaultTextStyle>
    <a:defPPr>
      <a:defRPr lang="en-US"/>
    </a:defPPr>
    <a:lvl1pPr marL="0" algn="l" defTabSz="609585" rtl="0" eaLnBrk="1" latinLnBrk="0" hangingPunct="1">
      <a:defRPr sz="2400" kern="1200">
        <a:solidFill>
          <a:schemeClr val="tx1"/>
        </a:solidFill>
        <a:latin typeface="+mn-lt"/>
        <a:ea typeface="+mn-ea"/>
        <a:cs typeface="+mn-cs"/>
      </a:defRPr>
    </a:lvl1pPr>
    <a:lvl2pPr marL="609585" algn="l" defTabSz="609585" rtl="0" eaLnBrk="1" latinLnBrk="0" hangingPunct="1">
      <a:defRPr sz="2400" kern="1200">
        <a:solidFill>
          <a:schemeClr val="tx1"/>
        </a:solidFill>
        <a:latin typeface="+mn-lt"/>
        <a:ea typeface="+mn-ea"/>
        <a:cs typeface="+mn-cs"/>
      </a:defRPr>
    </a:lvl2pPr>
    <a:lvl3pPr marL="1219170" algn="l" defTabSz="609585" rtl="0" eaLnBrk="1" latinLnBrk="0" hangingPunct="1">
      <a:defRPr sz="2400" kern="1200">
        <a:solidFill>
          <a:schemeClr val="tx1"/>
        </a:solidFill>
        <a:latin typeface="+mn-lt"/>
        <a:ea typeface="+mn-ea"/>
        <a:cs typeface="+mn-cs"/>
      </a:defRPr>
    </a:lvl3pPr>
    <a:lvl4pPr marL="1828754" algn="l" defTabSz="609585" rtl="0" eaLnBrk="1" latinLnBrk="0" hangingPunct="1">
      <a:defRPr sz="2400" kern="1200">
        <a:solidFill>
          <a:schemeClr val="tx1"/>
        </a:solidFill>
        <a:latin typeface="+mn-lt"/>
        <a:ea typeface="+mn-ea"/>
        <a:cs typeface="+mn-cs"/>
      </a:defRPr>
    </a:lvl4pPr>
    <a:lvl5pPr marL="2438339" algn="l" defTabSz="609585" rtl="0" eaLnBrk="1" latinLnBrk="0" hangingPunct="1">
      <a:defRPr sz="2400" kern="1200">
        <a:solidFill>
          <a:schemeClr val="tx1"/>
        </a:solidFill>
        <a:latin typeface="+mn-lt"/>
        <a:ea typeface="+mn-ea"/>
        <a:cs typeface="+mn-cs"/>
      </a:defRPr>
    </a:lvl5pPr>
    <a:lvl6pPr marL="3047924" algn="l" defTabSz="609585" rtl="0" eaLnBrk="1" latinLnBrk="0" hangingPunct="1">
      <a:defRPr sz="2400" kern="1200">
        <a:solidFill>
          <a:schemeClr val="tx1"/>
        </a:solidFill>
        <a:latin typeface="+mn-lt"/>
        <a:ea typeface="+mn-ea"/>
        <a:cs typeface="+mn-cs"/>
      </a:defRPr>
    </a:lvl6pPr>
    <a:lvl7pPr marL="3657509" algn="l" defTabSz="609585" rtl="0" eaLnBrk="1" latinLnBrk="0" hangingPunct="1">
      <a:defRPr sz="2400" kern="1200">
        <a:solidFill>
          <a:schemeClr val="tx1"/>
        </a:solidFill>
        <a:latin typeface="+mn-lt"/>
        <a:ea typeface="+mn-ea"/>
        <a:cs typeface="+mn-cs"/>
      </a:defRPr>
    </a:lvl7pPr>
    <a:lvl8pPr marL="4267093" algn="l" defTabSz="609585" rtl="0" eaLnBrk="1" latinLnBrk="0" hangingPunct="1">
      <a:defRPr sz="2400" kern="1200">
        <a:solidFill>
          <a:schemeClr val="tx1"/>
        </a:solidFill>
        <a:latin typeface="+mn-lt"/>
        <a:ea typeface="+mn-ea"/>
        <a:cs typeface="+mn-cs"/>
      </a:defRPr>
    </a:lvl8pPr>
    <a:lvl9pPr marL="4876678" algn="l" defTabSz="609585" rtl="0" eaLnBrk="1" latinLnBrk="0" hangingPunct="1">
      <a:defRPr sz="24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70AD47"/>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84" autoAdjust="0"/>
    <p:restoredTop sz="94694" autoAdjust="0"/>
  </p:normalViewPr>
  <p:slideViewPr>
    <p:cSldViewPr snapToGrid="0" snapToObjects="1">
      <p:cViewPr varScale="1">
        <p:scale>
          <a:sx n="104" d="100"/>
          <a:sy n="104" d="100"/>
        </p:scale>
        <p:origin x="232" y="568"/>
      </p:cViewPr>
      <p:guideLst>
        <p:guide orient="horz" pos="2160"/>
        <p:guide pos="384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F9C1CCF-B725-44A7-AA57-5E433BD85C9F}" type="datetimeFigureOut">
              <a:rPr lang="en-US" smtClean="0"/>
              <a:t>12/17/25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8BDFEC3-8487-43E8-A154-7C12CBC1FFF2}" type="slidenum">
              <a:rPr lang="en-US" smtClean="0"/>
              <a:t>‹#›</a:t>
            </a:fld>
            <a:endParaRPr lang="en-US"/>
          </a:p>
        </p:txBody>
      </p:sp>
    </p:spTree>
    <p:extLst>
      <p:ext uri="{BB962C8B-B14F-4D97-AF65-F5344CB8AC3E}">
        <p14:creationId xmlns:p14="http://schemas.microsoft.com/office/powerpoint/2010/main" val="3782709779"/>
      </p:ext>
    </p:extLst>
  </p:cSld>
  <p:clrMap bg1="lt1" tx1="dk1" bg2="lt2" tx2="dk2" accent1="accent1" accent2="accent2" accent3="accent3" accent4="accent4" accent5="accent5" accent6="accent6" hlink="hlink" folHlink="folHlink"/>
  <p:hf sldNum="0" hdr="0" ftr="0" dt="0"/>
  <p:notesStyle>
    <a:lvl1pPr marL="0" algn="l" defTabSz="1219170" rtl="0" eaLnBrk="1" latinLnBrk="0" hangingPunct="1">
      <a:defRPr sz="1600" kern="1200">
        <a:solidFill>
          <a:schemeClr val="tx1"/>
        </a:solidFill>
        <a:latin typeface="+mn-lt"/>
        <a:ea typeface="+mn-ea"/>
        <a:cs typeface="+mn-cs"/>
      </a:defRPr>
    </a:lvl1pPr>
    <a:lvl2pPr marL="609585" algn="l" defTabSz="1219170" rtl="0" eaLnBrk="1" latinLnBrk="0" hangingPunct="1">
      <a:defRPr sz="1600" kern="1200">
        <a:solidFill>
          <a:schemeClr val="tx1"/>
        </a:solidFill>
        <a:latin typeface="+mn-lt"/>
        <a:ea typeface="+mn-ea"/>
        <a:cs typeface="+mn-cs"/>
      </a:defRPr>
    </a:lvl2pPr>
    <a:lvl3pPr marL="1219170" algn="l" defTabSz="1219170" rtl="0" eaLnBrk="1" latinLnBrk="0" hangingPunct="1">
      <a:defRPr sz="1600" kern="1200">
        <a:solidFill>
          <a:schemeClr val="tx1"/>
        </a:solidFill>
        <a:latin typeface="+mn-lt"/>
        <a:ea typeface="+mn-ea"/>
        <a:cs typeface="+mn-cs"/>
      </a:defRPr>
    </a:lvl3pPr>
    <a:lvl4pPr marL="1828754" algn="l" defTabSz="1219170" rtl="0" eaLnBrk="1" latinLnBrk="0" hangingPunct="1">
      <a:defRPr sz="1600" kern="1200">
        <a:solidFill>
          <a:schemeClr val="tx1"/>
        </a:solidFill>
        <a:latin typeface="+mn-lt"/>
        <a:ea typeface="+mn-ea"/>
        <a:cs typeface="+mn-cs"/>
      </a:defRPr>
    </a:lvl4pPr>
    <a:lvl5pPr marL="2438339" algn="l" defTabSz="1219170" rtl="0" eaLnBrk="1" latinLnBrk="0" hangingPunct="1">
      <a:defRPr sz="1600" kern="1200">
        <a:solidFill>
          <a:schemeClr val="tx1"/>
        </a:solidFill>
        <a:latin typeface="+mn-lt"/>
        <a:ea typeface="+mn-ea"/>
        <a:cs typeface="+mn-cs"/>
      </a:defRPr>
    </a:lvl5pPr>
    <a:lvl6pPr marL="3047924" algn="l" defTabSz="1219170" rtl="0" eaLnBrk="1" latinLnBrk="0" hangingPunct="1">
      <a:defRPr sz="1600" kern="1200">
        <a:solidFill>
          <a:schemeClr val="tx1"/>
        </a:solidFill>
        <a:latin typeface="+mn-lt"/>
        <a:ea typeface="+mn-ea"/>
        <a:cs typeface="+mn-cs"/>
      </a:defRPr>
    </a:lvl6pPr>
    <a:lvl7pPr marL="3657509" algn="l" defTabSz="1219170" rtl="0" eaLnBrk="1" latinLnBrk="0" hangingPunct="1">
      <a:defRPr sz="1600" kern="1200">
        <a:solidFill>
          <a:schemeClr val="tx1"/>
        </a:solidFill>
        <a:latin typeface="+mn-lt"/>
        <a:ea typeface="+mn-ea"/>
        <a:cs typeface="+mn-cs"/>
      </a:defRPr>
    </a:lvl7pPr>
    <a:lvl8pPr marL="4267093" algn="l" defTabSz="1219170" rtl="0" eaLnBrk="1" latinLnBrk="0" hangingPunct="1">
      <a:defRPr sz="1600" kern="1200">
        <a:solidFill>
          <a:schemeClr val="tx1"/>
        </a:solidFill>
        <a:latin typeface="+mn-lt"/>
        <a:ea typeface="+mn-ea"/>
        <a:cs typeface="+mn-cs"/>
      </a:defRPr>
    </a:lvl8pPr>
    <a:lvl9pPr marL="4876678" algn="l" defTabSz="1219170" rtl="0" eaLnBrk="1" latinLnBrk="0" hangingPunct="1">
      <a:defRPr sz="16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An airplane is flying over a beach area in St. Maarten as it comes in for a landing at the airport. The airplane's acceleration is in the opposite direction of its velocity.</a:t>
            </a:r>
          </a:p>
        </p:txBody>
      </p:sp>
      <p:sp>
        <p:nvSpPr>
          <p:cNvPr id="4" name="Slide Number Placeholder 3"/>
          <p:cNvSpPr>
            <a:spLocks noGrp="1"/>
          </p:cNvSpPr>
          <p:nvPr>
            <p:ph type="sldNum" sz="quarter" idx="10"/>
          </p:nvPr>
        </p:nvSpPr>
        <p:spPr/>
        <p:txBody>
          <a:bodyPr/>
          <a:lstStyle/>
          <a:p>
            <a:fld id="{18BDFEC3-8487-43E8-A154-7C12CBC1FFF2}" type="slidenum">
              <a:rPr lang="en-US"/>
              <a:t>3</a:t>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Two similar cars are shown. The first car is speeding up as indicated by a velocity vector and an acceleration vector pointing to the right. The second car is slowing down as indicated by a velocity vector pointing to the right and an acceleration vector pointing to the left. Unlabeled x and y-axes are shown for reference.</a:t>
            </a:r>
          </a:p>
        </p:txBody>
      </p:sp>
      <p:sp>
        <p:nvSpPr>
          <p:cNvPr id="4" name="Slide Number Placeholder 3"/>
          <p:cNvSpPr>
            <a:spLocks noGrp="1"/>
          </p:cNvSpPr>
          <p:nvPr>
            <p:ph type="sldNum" sz="quarter" idx="10"/>
          </p:nvPr>
        </p:nvSpPr>
        <p:spPr/>
        <p:txBody>
          <a:bodyPr/>
          <a:lstStyle/>
          <a:p>
            <a:fld id="{18BDFEC3-8487-43E8-A154-7C12CBC1FFF2}" type="slidenum">
              <a:rPr lang="en-US"/>
              <a:t>4</a:t>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no alt text</a:t>
            </a:r>
          </a:p>
        </p:txBody>
      </p:sp>
      <p:sp>
        <p:nvSpPr>
          <p:cNvPr id="4" name="Slide Number Placeholder 3"/>
          <p:cNvSpPr>
            <a:spLocks noGrp="1"/>
          </p:cNvSpPr>
          <p:nvPr>
            <p:ph type="sldNum" sz="quarter" idx="10"/>
          </p:nvPr>
        </p:nvSpPr>
        <p:spPr/>
        <p:txBody>
          <a:bodyPr/>
          <a:lstStyle/>
          <a:p>
            <a:fld id="{18BDFEC3-8487-43E8-A154-7C12CBC1FFF2}" type="slidenum">
              <a:rPr lang="en-US"/>
              <a:t>5</a:t>
            </a:fld>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A velocity vector and an acceleration vector are shown. The original velocity is zero kilometers per hour, and the final velocity is thirty kilometers per hour. The acceleration is unknown. Both vectors are pointing to the right, and the velocity vector is longer than the acceleration vector. Unlabeled x and y-axes are shown reference.</a:t>
            </a:r>
          </a:p>
        </p:txBody>
      </p:sp>
      <p:sp>
        <p:nvSpPr>
          <p:cNvPr id="4" name="Slide Number Placeholder 3"/>
          <p:cNvSpPr>
            <a:spLocks noGrp="1"/>
          </p:cNvSpPr>
          <p:nvPr>
            <p:ph type="sldNum" sz="quarter" idx="10"/>
          </p:nvPr>
        </p:nvSpPr>
        <p:spPr/>
        <p:txBody>
          <a:bodyPr/>
          <a:lstStyle/>
          <a:p>
            <a:fld id="{18BDFEC3-8487-43E8-A154-7C12CBC1FFF2}" type="slidenum">
              <a:rPr lang="en-US"/>
              <a:t>6</a:t>
            </a:fld>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A velocity vector and an acceleration vector are shown. The original velocity is thirty kilometers per hour, and the final velocity is zero kilometers per hour. The acceleration is unknown. The velocity vector is longer than the acceleration vector and is pointing to the right. The acceleration vector is pointing to the left. Unlabeled x and y-axes are shown reference.</a:t>
            </a:r>
          </a:p>
        </p:txBody>
      </p:sp>
      <p:sp>
        <p:nvSpPr>
          <p:cNvPr id="4" name="Slide Number Placeholder 3"/>
          <p:cNvSpPr>
            <a:spLocks noGrp="1"/>
          </p:cNvSpPr>
          <p:nvPr>
            <p:ph type="sldNum" sz="quarter" idx="10"/>
          </p:nvPr>
        </p:nvSpPr>
        <p:spPr/>
        <p:txBody>
          <a:bodyPr/>
          <a:lstStyle/>
          <a:p>
            <a:fld id="{18BDFEC3-8487-43E8-A154-7C12CBC1FFF2}" type="slidenum">
              <a:rPr lang="en-US"/>
              <a:t>7</a:t>
            </a:fld>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A line graph is shown. The x-axis is labeled time and includes a directional arrow pointing to the right. The y-axis is labeled displacement and includes a directional arrow pointing upward. The graphed line shows a directly proportional relationship between time and displacement.</a:t>
            </a:r>
          </a:p>
        </p:txBody>
      </p:sp>
      <p:sp>
        <p:nvSpPr>
          <p:cNvPr id="4" name="Slide Number Placeholder 3"/>
          <p:cNvSpPr>
            <a:spLocks noGrp="1"/>
          </p:cNvSpPr>
          <p:nvPr>
            <p:ph type="sldNum" sz="quarter" idx="10"/>
          </p:nvPr>
        </p:nvSpPr>
        <p:spPr/>
        <p:txBody>
          <a:bodyPr/>
          <a:lstStyle/>
          <a:p>
            <a:fld id="{18BDFEC3-8487-43E8-A154-7C12CBC1FFF2}" type="slidenum">
              <a:rPr lang="en-US"/>
              <a:t>8</a:t>
            </a:fld>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A line graph is shown. The x-axis is labeled time in seconds and the y-axis is labeled velocity in meters per second. The graphed line shows a directly proportional relationship between time and velocity.</a:t>
            </a:r>
          </a:p>
        </p:txBody>
      </p:sp>
      <p:sp>
        <p:nvSpPr>
          <p:cNvPr id="4" name="Slide Number Placeholder 3"/>
          <p:cNvSpPr>
            <a:spLocks noGrp="1"/>
          </p:cNvSpPr>
          <p:nvPr>
            <p:ph type="sldNum" sz="quarter" idx="10"/>
          </p:nvPr>
        </p:nvSpPr>
        <p:spPr/>
        <p:txBody>
          <a:bodyPr/>
          <a:lstStyle/>
          <a:p>
            <a:fld id="{18BDFEC3-8487-43E8-A154-7C12CBC1FFF2}" type="slidenum">
              <a:rPr lang="en-US"/>
              <a:t>9</a:t>
            </a:fld>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A line graph is shown. The x-axis is labeled t squared and the y-axis is labeled two d in meters. The graphed line shows that the slope of two d versus t squared equals constant acceleration.</a:t>
            </a:r>
          </a:p>
        </p:txBody>
      </p:sp>
      <p:sp>
        <p:nvSpPr>
          <p:cNvPr id="4" name="Slide Number Placeholder 3"/>
          <p:cNvSpPr>
            <a:spLocks noGrp="1"/>
          </p:cNvSpPr>
          <p:nvPr>
            <p:ph type="sldNum" sz="quarter" idx="10"/>
          </p:nvPr>
        </p:nvSpPr>
        <p:spPr/>
        <p:txBody>
          <a:bodyPr/>
          <a:lstStyle/>
          <a:p>
            <a:fld id="{18BDFEC3-8487-43E8-A154-7C12CBC1FFF2}" type="slidenum">
              <a:rPr lang="en-US"/>
              <a:t>10</a:t>
            </a:fld>
            <a:endParaRPr 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A line graph is shown. The x-axis is labeled two d in meters and the y-axis is labeled v squared in meters per second squared. The graphed line shows a directly proportional relationship between two d, twice the displacement, and v squared, velocity squared.</a:t>
            </a:r>
          </a:p>
        </p:txBody>
      </p:sp>
      <p:sp>
        <p:nvSpPr>
          <p:cNvPr id="4" name="Slide Number Placeholder 3"/>
          <p:cNvSpPr>
            <a:spLocks noGrp="1"/>
          </p:cNvSpPr>
          <p:nvPr>
            <p:ph type="sldNum" sz="quarter" idx="10"/>
          </p:nvPr>
        </p:nvSpPr>
        <p:spPr/>
        <p:txBody>
          <a:bodyPr/>
          <a:lstStyle/>
          <a:p>
            <a:fld id="{18BDFEC3-8487-43E8-A154-7C12CBC1FFF2}" type="slidenum">
              <a:rPr lang="en-US"/>
              <a:t>11</a:t>
            </a:fld>
            <a:endParaRPr 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Smoke is coming from the tires of a race car as the car accelerates at the beginning of a drag race.</a:t>
            </a:r>
          </a:p>
        </p:txBody>
      </p:sp>
      <p:sp>
        <p:nvSpPr>
          <p:cNvPr id="4" name="Slide Number Placeholder 3"/>
          <p:cNvSpPr>
            <a:spLocks noGrp="1"/>
          </p:cNvSpPr>
          <p:nvPr>
            <p:ph type="sldNum" sz="quarter" idx="10"/>
          </p:nvPr>
        </p:nvSpPr>
        <p:spPr/>
        <p:txBody>
          <a:bodyPr/>
          <a:lstStyle/>
          <a:p>
            <a:fld id="{18BDFEC3-8487-43E8-A154-7C12CBC1FFF2}" type="slidenum">
              <a:rPr lang="en-US"/>
              <a:t>12</a:t>
            </a:fld>
            <a:endParaRPr 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An astronaut is strapped into a G-Force simulator.</a:t>
            </a:r>
          </a:p>
        </p:txBody>
      </p:sp>
      <p:sp>
        <p:nvSpPr>
          <p:cNvPr id="4" name="Slide Number Placeholder 3"/>
          <p:cNvSpPr>
            <a:spLocks noGrp="1"/>
          </p:cNvSpPr>
          <p:nvPr>
            <p:ph type="sldNum" sz="quarter" idx="10"/>
          </p:nvPr>
        </p:nvSpPr>
        <p:spPr/>
        <p:txBody>
          <a:bodyPr/>
          <a:lstStyle/>
          <a:p>
            <a:fld id="{18BDFEC3-8487-43E8-A154-7C12CBC1FFF2}" type="slidenum">
              <a:rPr lang="en-US"/>
              <a:t>13</a:t>
            </a:fld>
            <a:endParaRPr 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An upward-pointing original velocity vector is shown and is labeled thirteen meters per second. Next to it, a downward, shorter acceleration vector is shown and is labeled negative nine point eight meters per second squared. Unlabeled x and y-axes are shown for reference.</a:t>
            </a:r>
          </a:p>
        </p:txBody>
      </p:sp>
      <p:sp>
        <p:nvSpPr>
          <p:cNvPr id="4" name="Slide Number Placeholder 3"/>
          <p:cNvSpPr>
            <a:spLocks noGrp="1"/>
          </p:cNvSpPr>
          <p:nvPr>
            <p:ph type="sldNum" sz="quarter" idx="10"/>
          </p:nvPr>
        </p:nvSpPr>
        <p:spPr/>
        <p:txBody>
          <a:bodyPr/>
          <a:lstStyle/>
          <a:p>
            <a:fld id="{18BDFEC3-8487-43E8-A154-7C12CBC1FFF2}" type="slidenum">
              <a:rPr lang="en-US"/>
              <a:t>14</a:t>
            </a:fld>
            <a:endParaRPr 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Three line graphs are shown: position versus time, velocity versus time, and acceleration versus time. In position versus time, the x-axis is labeled time in seconds and the scale is zero through four in increments of one. The y-axis is labeled vertical position in meters and the scale is negative six through ten in increments of two. The graphed line curves upward starting at position zero, zero. It then curves and slopes downward from about one point five, eight and ends at position three, negative five. In velocity versus time, the x-axis is labeled time in seconds and the scale is zero through four in increments of one. The y-axis is labeled velocity in meters per second and the scale is negative twenty through fifteen in increments of five. The graphed line is straight and slopes downward. Plotted data points are approximately zero thirteen, one four, two negative six, and three negative sixteen. In acceleration versus time, the x-axis is labeled time in seconds and the scale is zero through four in increments of one. The y-axis is labeled acceleration in meters per second squared and the scale is negative twelve to zero in increments of two. The graphed line is straight and horizontal at y equals negative ten.</a:t>
            </a:r>
          </a:p>
        </p:txBody>
      </p:sp>
      <p:sp>
        <p:nvSpPr>
          <p:cNvPr id="4" name="Slide Number Placeholder 3"/>
          <p:cNvSpPr>
            <a:spLocks noGrp="1"/>
          </p:cNvSpPr>
          <p:nvPr>
            <p:ph type="sldNum" sz="quarter" idx="10"/>
          </p:nvPr>
        </p:nvSpPr>
        <p:spPr/>
        <p:txBody>
          <a:bodyPr/>
          <a:lstStyle/>
          <a:p>
            <a:fld id="{18BDFEC3-8487-43E8-A154-7C12CBC1FFF2}" type="slidenum">
              <a:rPr lang="en-US"/>
              <a:t>15</a:t>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914400" y="484188"/>
            <a:ext cx="10363200" cy="1470025"/>
          </a:xfrm>
          <a:prstGeom prst="rect">
            <a:avLst/>
          </a:prstGeom>
        </p:spPr>
        <p:txBody>
          <a:bodyPr>
            <a:noAutofit/>
          </a:bodyPr>
          <a:lstStyle>
            <a:lvl1pPr algn="ctr">
              <a:defRPr sz="6000" b="0" i="0" baseline="0">
                <a:solidFill>
                  <a:srgbClr val="70AD47"/>
                </a:solidFill>
                <a:latin typeface="+mj-lt"/>
                <a:cs typeface="Calibri" panose="020F0502020204030204" pitchFamily="34" charset="0"/>
              </a:defRPr>
            </a:lvl1pPr>
          </a:lstStyle>
          <a:p>
            <a:r>
              <a:rPr lang="en-US" dirty="0"/>
              <a:t>Title of the Book</a:t>
            </a:r>
          </a:p>
        </p:txBody>
      </p:sp>
      <p:sp>
        <p:nvSpPr>
          <p:cNvPr id="3" name="Subtitle 2"/>
          <p:cNvSpPr>
            <a:spLocks noGrp="1"/>
          </p:cNvSpPr>
          <p:nvPr>
            <p:ph type="subTitle" idx="1"/>
          </p:nvPr>
        </p:nvSpPr>
        <p:spPr>
          <a:xfrm>
            <a:off x="1828800" y="2072269"/>
            <a:ext cx="8534400" cy="1752600"/>
          </a:xfrm>
        </p:spPr>
        <p:txBody>
          <a:bodyPr>
            <a:normAutofit/>
          </a:bodyPr>
          <a:lstStyle>
            <a:lvl1pPr marL="0" indent="0" algn="ctr">
              <a:buNone/>
              <a:defRPr sz="3733">
                <a:solidFill>
                  <a:schemeClr val="tx1"/>
                </a:solidFill>
              </a:defRPr>
            </a:lvl1pPr>
            <a:lvl2pPr marL="457189" indent="0" algn="ctr">
              <a:buNone/>
              <a:defRPr>
                <a:solidFill>
                  <a:schemeClr val="tx1">
                    <a:tint val="75000"/>
                  </a:schemeClr>
                </a:solidFill>
              </a:defRPr>
            </a:lvl2pPr>
            <a:lvl3pPr marL="914377" indent="0" algn="ctr">
              <a:buNone/>
              <a:defRPr>
                <a:solidFill>
                  <a:schemeClr val="tx1">
                    <a:tint val="75000"/>
                  </a:schemeClr>
                </a:solidFill>
              </a:defRPr>
            </a:lvl3pPr>
            <a:lvl4pPr marL="1371566" indent="0" algn="ctr">
              <a:buNone/>
              <a:defRPr>
                <a:solidFill>
                  <a:schemeClr val="tx1">
                    <a:tint val="75000"/>
                  </a:schemeClr>
                </a:solidFill>
              </a:defRPr>
            </a:lvl4pPr>
            <a:lvl5pPr marL="1828754" indent="0" algn="ctr">
              <a:buNone/>
              <a:defRPr>
                <a:solidFill>
                  <a:schemeClr val="tx1">
                    <a:tint val="75000"/>
                  </a:schemeClr>
                </a:solidFill>
              </a:defRPr>
            </a:lvl5pPr>
            <a:lvl6pPr marL="2285943" indent="0" algn="ctr">
              <a:buNone/>
              <a:defRPr>
                <a:solidFill>
                  <a:schemeClr val="tx1">
                    <a:tint val="75000"/>
                  </a:schemeClr>
                </a:solidFill>
              </a:defRPr>
            </a:lvl6pPr>
            <a:lvl7pPr marL="2743131" indent="0" algn="ctr">
              <a:buNone/>
              <a:defRPr>
                <a:solidFill>
                  <a:schemeClr val="tx1">
                    <a:tint val="75000"/>
                  </a:schemeClr>
                </a:solidFill>
              </a:defRPr>
            </a:lvl7pPr>
            <a:lvl8pPr marL="3200320" indent="0" algn="ctr">
              <a:buNone/>
              <a:defRPr>
                <a:solidFill>
                  <a:schemeClr val="tx1">
                    <a:tint val="75000"/>
                  </a:schemeClr>
                </a:solidFill>
              </a:defRPr>
            </a:lvl8pPr>
            <a:lvl9pPr marL="3657509" indent="0" algn="ctr">
              <a:buNone/>
              <a:defRPr>
                <a:solidFill>
                  <a:schemeClr val="tx1">
                    <a:tint val="75000"/>
                  </a:schemeClr>
                </a:solidFill>
              </a:defRPr>
            </a:lvl9pPr>
          </a:lstStyle>
          <a:p>
            <a:r>
              <a:rPr lang="en-US" dirty="0"/>
              <a:t>Click to edit Master subtitle style</a:t>
            </a:r>
          </a:p>
        </p:txBody>
      </p:sp>
      <p:sp>
        <p:nvSpPr>
          <p:cNvPr id="5" name="Footer Placeholder 4"/>
          <p:cNvSpPr>
            <a:spLocks noGrp="1"/>
          </p:cNvSpPr>
          <p:nvPr>
            <p:ph type="ftr" sz="quarter" idx="11"/>
          </p:nvPr>
        </p:nvSpPr>
        <p:spPr/>
        <p:txBody>
          <a:bodyPr/>
          <a:lstStyle/>
          <a:p>
            <a:endParaRPr lang="en-US"/>
          </a:p>
        </p:txBody>
      </p:sp>
      <p:sp>
        <p:nvSpPr>
          <p:cNvPr id="8" name="Picture Placeholder 7">
            <a:extLst>
              <a:ext uri="{FF2B5EF4-FFF2-40B4-BE49-F238E27FC236}">
                <a16:creationId xmlns:a16="http://schemas.microsoft.com/office/drawing/2014/main" id="{80A79003-2626-1D8F-FE0B-0F12900E5EC8}"/>
              </a:ext>
            </a:extLst>
          </p:cNvPr>
          <p:cNvSpPr>
            <a:spLocks noGrp="1"/>
          </p:cNvSpPr>
          <p:nvPr>
            <p:ph type="pic" sz="quarter" idx="13"/>
          </p:nvPr>
        </p:nvSpPr>
        <p:spPr>
          <a:xfrm>
            <a:off x="1828800" y="3924300"/>
            <a:ext cx="8534400" cy="2319867"/>
          </a:xfrm>
        </p:spPr>
        <p:txBody>
          <a:bodyPr>
            <a:normAutofit/>
          </a:bodyPr>
          <a:lstStyle>
            <a:lvl1pPr>
              <a:defRPr sz="2800"/>
            </a:lvl1pPr>
          </a:lstStyle>
          <a:p>
            <a:endParaRPr lang="en-US" dirty="0"/>
          </a:p>
        </p:txBody>
      </p:sp>
    </p:spTree>
    <p:extLst>
      <p:ext uri="{BB962C8B-B14F-4D97-AF65-F5344CB8AC3E}">
        <p14:creationId xmlns:p14="http://schemas.microsoft.com/office/powerpoint/2010/main" val="144435751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609600" y="238539"/>
            <a:ext cx="9052560" cy="586961"/>
          </a:xfrm>
          <a:prstGeom prst="rect">
            <a:avLst/>
          </a:prstGeom>
        </p:spPr>
        <p:txBody>
          <a:bodyPr/>
          <a:lstStyle>
            <a:lvl1pPr algn="l">
              <a:defRPr sz="2800">
                <a:solidFill>
                  <a:srgbClr val="70AD47"/>
                </a:solidFill>
              </a:defRPr>
            </a:lvl1pPr>
          </a:lstStyle>
          <a:p>
            <a:r>
              <a:rPr lang="en-US" dirty="0"/>
              <a:t>Click to edit Master title style</a:t>
            </a:r>
          </a:p>
        </p:txBody>
      </p:sp>
      <p:sp>
        <p:nvSpPr>
          <p:cNvPr id="3" name="Content Placeholder 2"/>
          <p:cNvSpPr>
            <a:spLocks noGrp="1"/>
          </p:cNvSpPr>
          <p:nvPr>
            <p:ph idx="1"/>
          </p:nvPr>
        </p:nvSpPr>
        <p:spPr>
          <a:xfrm>
            <a:off x="609600" y="952501"/>
            <a:ext cx="10972800" cy="5173664"/>
          </a:xfrm>
        </p:spPr>
        <p:txBody>
          <a:bodyPr/>
          <a:lstStyle/>
          <a:p>
            <a:pPr marL="228600" marR="0" lvl="0" indent="-228600" algn="l" defTabSz="914400" rtl="0" eaLnBrk="1" fontAlgn="auto" latinLnBrk="0" hangingPunct="1">
              <a:lnSpc>
                <a:spcPct val="90000"/>
              </a:lnSpc>
              <a:spcBef>
                <a:spcPts val="1000"/>
              </a:spcBef>
              <a:spcAft>
                <a:spcPts val="0"/>
              </a:spcAft>
              <a:buClrTx/>
              <a:buSzTx/>
              <a:buFont typeface="Arial"/>
              <a:buChar char="•"/>
              <a:tabLst/>
              <a:defRPr/>
            </a:pPr>
            <a:r>
              <a:rPr kumimoji="0" lang="en-US" sz="2800" b="0" i="0" u="none" strike="noStrike" kern="1200" cap="none" spc="0" normalizeH="0" baseline="0" noProof="0" dirty="0">
                <a:ln>
                  <a:noFill/>
                </a:ln>
                <a:solidFill>
                  <a:srgbClr val="464846"/>
                </a:solidFill>
                <a:effectLst/>
                <a:uLnTx/>
                <a:uFillTx/>
                <a:latin typeface="Calibri" panose="020F0502020204030204"/>
                <a:ea typeface="+mn-ea"/>
                <a:cs typeface="+mn-cs"/>
              </a:rPr>
              <a:t>Click to edit Master text styles</a:t>
            </a:r>
          </a:p>
          <a:p>
            <a:pPr marL="685800" marR="0" lvl="1" indent="-228600" algn="l" defTabSz="914400" rtl="0" eaLnBrk="1" fontAlgn="auto" latinLnBrk="0" hangingPunct="1">
              <a:lnSpc>
                <a:spcPct val="90000"/>
              </a:lnSpc>
              <a:spcBef>
                <a:spcPts val="500"/>
              </a:spcBef>
              <a:spcAft>
                <a:spcPts val="0"/>
              </a:spcAft>
              <a:buClrTx/>
              <a:buSzTx/>
              <a:buFont typeface="Arial"/>
              <a:buChar char="•"/>
              <a:tabLst/>
              <a:defRPr/>
            </a:pPr>
            <a:r>
              <a:rPr kumimoji="0" lang="en-US" sz="2400" b="0" i="0" u="none" strike="noStrike" kern="1200" cap="none" spc="0" normalizeH="0" baseline="0" noProof="0" dirty="0">
                <a:ln>
                  <a:noFill/>
                </a:ln>
                <a:solidFill>
                  <a:srgbClr val="1B1E3F"/>
                </a:solidFill>
                <a:effectLst/>
                <a:uLnTx/>
                <a:uFillTx/>
                <a:latin typeface="Calibri" panose="020F0502020204030204"/>
                <a:ea typeface="+mn-ea"/>
                <a:cs typeface="+mn-cs"/>
              </a:rPr>
              <a:t>Second level</a:t>
            </a:r>
          </a:p>
          <a:p>
            <a:pPr marL="1143000" marR="0" lvl="2" indent="-228600" algn="l" defTabSz="914400" rtl="0" eaLnBrk="1" fontAlgn="auto" latinLnBrk="0" hangingPunct="1">
              <a:lnSpc>
                <a:spcPct val="90000"/>
              </a:lnSpc>
              <a:spcBef>
                <a:spcPts val="500"/>
              </a:spcBef>
              <a:spcAft>
                <a:spcPts val="0"/>
              </a:spcAft>
              <a:buClrTx/>
              <a:buSzTx/>
              <a:buFont typeface="Arial"/>
              <a:buChar char="•"/>
              <a:tabLst/>
              <a:defRPr/>
            </a:pPr>
            <a:r>
              <a:rPr kumimoji="0" lang="en-US" sz="2000" b="0" i="0" u="none" strike="noStrike" kern="1200" cap="none" spc="0" normalizeH="0" baseline="0" noProof="0" dirty="0">
                <a:ln>
                  <a:noFill/>
                </a:ln>
                <a:solidFill>
                  <a:srgbClr val="DB5935"/>
                </a:solidFill>
                <a:effectLst/>
                <a:uLnTx/>
                <a:uFillTx/>
                <a:latin typeface="Calibri" panose="020F0502020204030204"/>
                <a:ea typeface="+mn-ea"/>
                <a:cs typeface="+mn-cs"/>
              </a:rPr>
              <a:t>Third level</a:t>
            </a:r>
          </a:p>
          <a:p>
            <a:pPr marL="1600200" marR="0" lvl="3" indent="-228600" algn="l" defTabSz="914400" rtl="0" eaLnBrk="1" fontAlgn="auto" latinLnBrk="0" hangingPunct="1">
              <a:lnSpc>
                <a:spcPct val="90000"/>
              </a:lnSpc>
              <a:spcBef>
                <a:spcPts val="500"/>
              </a:spcBef>
              <a:spcAft>
                <a:spcPts val="0"/>
              </a:spcAft>
              <a:buClrTx/>
              <a:buSzTx/>
              <a:buFont typeface="Arial"/>
              <a:buChar char="•"/>
              <a:tabLst/>
              <a:defRPr/>
            </a:pPr>
            <a:r>
              <a:rPr kumimoji="0" lang="en-US" sz="1800" b="0" i="0" u="none" strike="noStrike" kern="1200" cap="none" spc="0" normalizeH="0" baseline="0" noProof="0" dirty="0">
                <a:ln>
                  <a:noFill/>
                </a:ln>
                <a:solidFill>
                  <a:srgbClr val="464846"/>
                </a:solidFill>
                <a:effectLst/>
                <a:uLnTx/>
                <a:uFillTx/>
                <a:latin typeface="Calibri" panose="020F0502020204030204"/>
                <a:ea typeface="+mn-ea"/>
                <a:cs typeface="+mn-cs"/>
              </a:rPr>
              <a:t>Fourth level</a:t>
            </a:r>
          </a:p>
          <a:p>
            <a:pPr marL="2057400" marR="0" lvl="4" indent="-228600" algn="l" defTabSz="914400" rtl="0" eaLnBrk="1" fontAlgn="auto" latinLnBrk="0" hangingPunct="1">
              <a:lnSpc>
                <a:spcPct val="90000"/>
              </a:lnSpc>
              <a:spcBef>
                <a:spcPts val="500"/>
              </a:spcBef>
              <a:spcAft>
                <a:spcPts val="0"/>
              </a:spcAft>
              <a:buClrTx/>
              <a:buSzTx/>
              <a:buFont typeface="Arial"/>
              <a:buChar char="•"/>
              <a:tabLst/>
              <a:defRPr/>
            </a:pPr>
            <a:r>
              <a:rPr kumimoji="0" lang="en-US" sz="1800" b="0" i="0" u="none" strike="noStrike" kern="1200" cap="none" spc="0" normalizeH="0" baseline="0" noProof="0" dirty="0">
                <a:ln>
                  <a:noFill/>
                </a:ln>
                <a:solidFill>
                  <a:srgbClr val="000000"/>
                </a:solidFill>
                <a:effectLst/>
                <a:uLnTx/>
                <a:uFillTx/>
                <a:latin typeface="Calibri" panose="020F0502020204030204"/>
                <a:ea typeface="+mn-ea"/>
                <a:cs typeface="+mn-cs"/>
              </a:rPr>
              <a:t>Fifth level</a:t>
            </a:r>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a:xfrm>
            <a:off x="8737600" y="6356351"/>
            <a:ext cx="2844800" cy="365125"/>
          </a:xfrm>
          <a:prstGeom prst="rect">
            <a:avLst/>
          </a:prstGeom>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383460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1"/>
            <a:ext cx="10363200" cy="1362075"/>
          </a:xfrm>
          <a:prstGeom prst="rect">
            <a:avLst/>
          </a:prstGeom>
        </p:spPr>
        <p:txBody>
          <a:bodyPr anchor="t"/>
          <a:lstStyle>
            <a:lvl1pPr algn="l">
              <a:defRPr sz="4000" b="1" cap="all">
                <a:solidFill>
                  <a:srgbClr val="70AD47"/>
                </a:solidFill>
              </a:defRPr>
            </a:lvl1pPr>
          </a:lstStyle>
          <a:p>
            <a:r>
              <a:rPr lang="en-US" dirty="0"/>
              <a:t>Click to edit Master title style</a:t>
            </a:r>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solidFill>
                  <a:schemeClr val="tx1">
                    <a:tint val="75000"/>
                  </a:schemeClr>
                </a:solidFill>
              </a:defRPr>
            </a:lvl1pPr>
            <a:lvl2pPr marL="457189" indent="0">
              <a:buNone/>
              <a:defRPr sz="1800">
                <a:solidFill>
                  <a:schemeClr val="tx1">
                    <a:tint val="75000"/>
                  </a:schemeClr>
                </a:solidFill>
              </a:defRPr>
            </a:lvl2pPr>
            <a:lvl3pPr marL="914377" indent="0">
              <a:buNone/>
              <a:defRPr sz="1600">
                <a:solidFill>
                  <a:schemeClr val="tx1">
                    <a:tint val="75000"/>
                  </a:schemeClr>
                </a:solidFill>
              </a:defRPr>
            </a:lvl3pPr>
            <a:lvl4pPr marL="1371566" indent="0">
              <a:buNone/>
              <a:defRPr sz="1400">
                <a:solidFill>
                  <a:schemeClr val="tx1">
                    <a:tint val="75000"/>
                  </a:schemeClr>
                </a:solidFill>
              </a:defRPr>
            </a:lvl4pPr>
            <a:lvl5pPr marL="1828754" indent="0">
              <a:buNone/>
              <a:defRPr sz="1400">
                <a:solidFill>
                  <a:schemeClr val="tx1">
                    <a:tint val="75000"/>
                  </a:schemeClr>
                </a:solidFill>
              </a:defRPr>
            </a:lvl5pPr>
            <a:lvl6pPr marL="2285943" indent="0">
              <a:buNone/>
              <a:defRPr sz="1400">
                <a:solidFill>
                  <a:schemeClr val="tx1">
                    <a:tint val="75000"/>
                  </a:schemeClr>
                </a:solidFill>
              </a:defRPr>
            </a:lvl6pPr>
            <a:lvl7pPr marL="2743131" indent="0">
              <a:buNone/>
              <a:defRPr sz="1400">
                <a:solidFill>
                  <a:schemeClr val="tx1">
                    <a:tint val="75000"/>
                  </a:schemeClr>
                </a:solidFill>
              </a:defRPr>
            </a:lvl7pPr>
            <a:lvl8pPr marL="3200320" indent="0">
              <a:buNone/>
              <a:defRPr sz="1400">
                <a:solidFill>
                  <a:schemeClr val="tx1">
                    <a:tint val="75000"/>
                  </a:schemeClr>
                </a:solidFill>
              </a:defRPr>
            </a:lvl8pPr>
            <a:lvl9pPr marL="3657509" indent="0">
              <a:buNone/>
              <a:defRPr sz="1400">
                <a:solidFill>
                  <a:schemeClr val="tx1">
                    <a:tint val="75000"/>
                  </a:schemeClr>
                </a:solidFill>
              </a:defRPr>
            </a:lvl9pPr>
          </a:lstStyle>
          <a:p>
            <a:pPr lvl="0"/>
            <a:r>
              <a:rPr lang="en-US"/>
              <a:t>Click to edit Master text styles</a:t>
            </a:r>
          </a:p>
        </p:txBody>
      </p:sp>
      <p:sp>
        <p:nvSpPr>
          <p:cNvPr id="5" name="Footer Placeholder 4"/>
          <p:cNvSpPr>
            <a:spLocks noGrp="1"/>
          </p:cNvSpPr>
          <p:nvPr>
            <p:ph type="ftr" sz="quarter" idx="11"/>
          </p:nvPr>
        </p:nvSpPr>
        <p:spPr/>
        <p:txBody>
          <a:bodyPr/>
          <a:lstStyle/>
          <a:p>
            <a:endParaRPr lang="en-US"/>
          </a:p>
        </p:txBody>
      </p:sp>
    </p:spTree>
    <p:extLst>
      <p:ext uri="{BB962C8B-B14F-4D97-AF65-F5344CB8AC3E}">
        <p14:creationId xmlns:p14="http://schemas.microsoft.com/office/powerpoint/2010/main" val="107306907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609600" y="1055687"/>
            <a:ext cx="5384800" cy="5070477"/>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marL="228600" marR="0" lvl="0" indent="-228600" algn="l" defTabSz="914400" rtl="0" eaLnBrk="1" fontAlgn="auto" latinLnBrk="0" hangingPunct="1">
              <a:lnSpc>
                <a:spcPct val="90000"/>
              </a:lnSpc>
              <a:spcBef>
                <a:spcPts val="1000"/>
              </a:spcBef>
              <a:spcAft>
                <a:spcPts val="0"/>
              </a:spcAft>
              <a:buClrTx/>
              <a:buSzTx/>
              <a:buFont typeface="Arial"/>
              <a:buChar char="•"/>
              <a:tabLst/>
              <a:defRPr/>
            </a:pPr>
            <a:r>
              <a:rPr kumimoji="0" lang="en-US" sz="2800" b="0" i="0" u="none" strike="noStrike" kern="1200" cap="none" spc="0" normalizeH="0" baseline="0" noProof="0" dirty="0">
                <a:ln>
                  <a:noFill/>
                </a:ln>
                <a:solidFill>
                  <a:srgbClr val="464846"/>
                </a:solidFill>
                <a:effectLst/>
                <a:uLnTx/>
                <a:uFillTx/>
                <a:latin typeface="Calibri" panose="020F0502020204030204"/>
                <a:ea typeface="+mn-ea"/>
                <a:cs typeface="+mn-cs"/>
              </a:rPr>
              <a:t>Click to edit Master text styles</a:t>
            </a:r>
          </a:p>
          <a:p>
            <a:pPr marL="685800" marR="0" lvl="1" indent="-228600" algn="l" defTabSz="914400" rtl="0" eaLnBrk="1" fontAlgn="auto" latinLnBrk="0" hangingPunct="1">
              <a:lnSpc>
                <a:spcPct val="90000"/>
              </a:lnSpc>
              <a:spcBef>
                <a:spcPts val="500"/>
              </a:spcBef>
              <a:spcAft>
                <a:spcPts val="0"/>
              </a:spcAft>
              <a:buClrTx/>
              <a:buSzTx/>
              <a:buFont typeface="Arial"/>
              <a:buChar char="•"/>
              <a:tabLst/>
              <a:defRPr/>
            </a:pPr>
            <a:r>
              <a:rPr kumimoji="0" lang="en-US" sz="2400" b="0" i="0" u="none" strike="noStrike" kern="1200" cap="none" spc="0" normalizeH="0" baseline="0" noProof="0" dirty="0">
                <a:ln>
                  <a:noFill/>
                </a:ln>
                <a:solidFill>
                  <a:srgbClr val="1B1E3F"/>
                </a:solidFill>
                <a:effectLst/>
                <a:uLnTx/>
                <a:uFillTx/>
                <a:latin typeface="Calibri" panose="020F0502020204030204"/>
                <a:ea typeface="+mn-ea"/>
                <a:cs typeface="+mn-cs"/>
              </a:rPr>
              <a:t>Second level</a:t>
            </a:r>
          </a:p>
          <a:p>
            <a:pPr marL="1143000" marR="0" lvl="2" indent="-228600" algn="l" defTabSz="914400" rtl="0" eaLnBrk="1" fontAlgn="auto" latinLnBrk="0" hangingPunct="1">
              <a:lnSpc>
                <a:spcPct val="90000"/>
              </a:lnSpc>
              <a:spcBef>
                <a:spcPts val="500"/>
              </a:spcBef>
              <a:spcAft>
                <a:spcPts val="0"/>
              </a:spcAft>
              <a:buClrTx/>
              <a:buSzTx/>
              <a:buFont typeface="Arial"/>
              <a:buChar char="•"/>
              <a:tabLst/>
              <a:defRPr/>
            </a:pPr>
            <a:r>
              <a:rPr kumimoji="0" lang="en-US" sz="2000" b="0" i="0" u="none" strike="noStrike" kern="1200" cap="none" spc="0" normalizeH="0" baseline="0" noProof="0" dirty="0">
                <a:ln>
                  <a:noFill/>
                </a:ln>
                <a:solidFill>
                  <a:srgbClr val="DB5935"/>
                </a:solidFill>
                <a:effectLst/>
                <a:uLnTx/>
                <a:uFillTx/>
                <a:latin typeface="Calibri" panose="020F0502020204030204"/>
                <a:ea typeface="+mn-ea"/>
                <a:cs typeface="+mn-cs"/>
              </a:rPr>
              <a:t>Third level</a:t>
            </a:r>
          </a:p>
          <a:p>
            <a:pPr marL="1600200" marR="0" lvl="3" indent="-228600" algn="l" defTabSz="914400" rtl="0" eaLnBrk="1" fontAlgn="auto" latinLnBrk="0" hangingPunct="1">
              <a:lnSpc>
                <a:spcPct val="90000"/>
              </a:lnSpc>
              <a:spcBef>
                <a:spcPts val="500"/>
              </a:spcBef>
              <a:spcAft>
                <a:spcPts val="0"/>
              </a:spcAft>
              <a:buClrTx/>
              <a:buSzTx/>
              <a:buFont typeface="Arial"/>
              <a:buChar char="•"/>
              <a:tabLst/>
              <a:defRPr/>
            </a:pPr>
            <a:r>
              <a:rPr kumimoji="0" lang="en-US" sz="1800" b="0" i="0" u="none" strike="noStrike" kern="1200" cap="none" spc="0" normalizeH="0" baseline="0" noProof="0" dirty="0">
                <a:ln>
                  <a:noFill/>
                </a:ln>
                <a:solidFill>
                  <a:srgbClr val="464846"/>
                </a:solidFill>
                <a:effectLst/>
                <a:uLnTx/>
                <a:uFillTx/>
                <a:latin typeface="Calibri" panose="020F0502020204030204"/>
                <a:ea typeface="+mn-ea"/>
                <a:cs typeface="+mn-cs"/>
              </a:rPr>
              <a:t>Fourth level</a:t>
            </a:r>
          </a:p>
          <a:p>
            <a:pPr marL="2057400" marR="0" lvl="4" indent="-228600" algn="l" defTabSz="914400" rtl="0" eaLnBrk="1" fontAlgn="auto" latinLnBrk="0" hangingPunct="1">
              <a:lnSpc>
                <a:spcPct val="90000"/>
              </a:lnSpc>
              <a:spcBef>
                <a:spcPts val="500"/>
              </a:spcBef>
              <a:spcAft>
                <a:spcPts val="0"/>
              </a:spcAft>
              <a:buClrTx/>
              <a:buSzTx/>
              <a:buFont typeface="Arial"/>
              <a:buChar char="•"/>
              <a:tabLst/>
              <a:defRPr/>
            </a:pPr>
            <a:r>
              <a:rPr kumimoji="0" lang="en-US" sz="1800" b="0" i="0" u="none" strike="noStrike" kern="1200" cap="none" spc="0" normalizeH="0" baseline="0" noProof="0" dirty="0">
                <a:ln>
                  <a:noFill/>
                </a:ln>
                <a:solidFill>
                  <a:srgbClr val="000000"/>
                </a:solidFill>
                <a:effectLst/>
                <a:uLnTx/>
                <a:uFillTx/>
                <a:latin typeface="Calibri" panose="020F0502020204030204"/>
                <a:ea typeface="+mn-ea"/>
                <a:cs typeface="+mn-cs"/>
              </a:rPr>
              <a:t>Fifth level</a:t>
            </a:r>
          </a:p>
        </p:txBody>
      </p:sp>
      <p:sp>
        <p:nvSpPr>
          <p:cNvPr id="4" name="Content Placeholder 3"/>
          <p:cNvSpPr>
            <a:spLocks noGrp="1"/>
          </p:cNvSpPr>
          <p:nvPr>
            <p:ph sz="half" idx="2"/>
          </p:nvPr>
        </p:nvSpPr>
        <p:spPr>
          <a:xfrm>
            <a:off x="6197600" y="1055687"/>
            <a:ext cx="5384800" cy="5070477"/>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marL="228600" marR="0" lvl="0" indent="-228600" algn="l" defTabSz="914400" rtl="0" eaLnBrk="1" fontAlgn="auto" latinLnBrk="0" hangingPunct="1">
              <a:lnSpc>
                <a:spcPct val="90000"/>
              </a:lnSpc>
              <a:spcBef>
                <a:spcPts val="1000"/>
              </a:spcBef>
              <a:spcAft>
                <a:spcPts val="0"/>
              </a:spcAft>
              <a:buClrTx/>
              <a:buSzTx/>
              <a:buFont typeface="Arial"/>
              <a:buChar char="•"/>
              <a:tabLst/>
              <a:defRPr/>
            </a:pPr>
            <a:r>
              <a:rPr kumimoji="0" lang="en-US" sz="2800" b="0" i="0" u="none" strike="noStrike" kern="1200" cap="none" spc="0" normalizeH="0" baseline="0" noProof="0" dirty="0">
                <a:ln>
                  <a:noFill/>
                </a:ln>
                <a:solidFill>
                  <a:srgbClr val="464846"/>
                </a:solidFill>
                <a:effectLst/>
                <a:uLnTx/>
                <a:uFillTx/>
                <a:latin typeface="Calibri" panose="020F0502020204030204"/>
                <a:ea typeface="+mn-ea"/>
                <a:cs typeface="+mn-cs"/>
              </a:rPr>
              <a:t>Click to edit Master text styles</a:t>
            </a:r>
          </a:p>
          <a:p>
            <a:pPr marL="685800" marR="0" lvl="1" indent="-228600" algn="l" defTabSz="914400" rtl="0" eaLnBrk="1" fontAlgn="auto" latinLnBrk="0" hangingPunct="1">
              <a:lnSpc>
                <a:spcPct val="90000"/>
              </a:lnSpc>
              <a:spcBef>
                <a:spcPts val="500"/>
              </a:spcBef>
              <a:spcAft>
                <a:spcPts val="0"/>
              </a:spcAft>
              <a:buClrTx/>
              <a:buSzTx/>
              <a:buFont typeface="Arial"/>
              <a:buChar char="•"/>
              <a:tabLst/>
              <a:defRPr/>
            </a:pPr>
            <a:r>
              <a:rPr kumimoji="0" lang="en-US" sz="2400" b="0" i="0" u="none" strike="noStrike" kern="1200" cap="none" spc="0" normalizeH="0" baseline="0" noProof="0" dirty="0">
                <a:ln>
                  <a:noFill/>
                </a:ln>
                <a:solidFill>
                  <a:srgbClr val="1B1E3F"/>
                </a:solidFill>
                <a:effectLst/>
                <a:uLnTx/>
                <a:uFillTx/>
                <a:latin typeface="Calibri" panose="020F0502020204030204"/>
                <a:ea typeface="+mn-ea"/>
                <a:cs typeface="+mn-cs"/>
              </a:rPr>
              <a:t>Second level</a:t>
            </a:r>
          </a:p>
          <a:p>
            <a:pPr marL="1143000" marR="0" lvl="2" indent="-228600" algn="l" defTabSz="914400" rtl="0" eaLnBrk="1" fontAlgn="auto" latinLnBrk="0" hangingPunct="1">
              <a:lnSpc>
                <a:spcPct val="90000"/>
              </a:lnSpc>
              <a:spcBef>
                <a:spcPts val="500"/>
              </a:spcBef>
              <a:spcAft>
                <a:spcPts val="0"/>
              </a:spcAft>
              <a:buClrTx/>
              <a:buSzTx/>
              <a:buFont typeface="Arial"/>
              <a:buChar char="•"/>
              <a:tabLst/>
              <a:defRPr/>
            </a:pPr>
            <a:r>
              <a:rPr kumimoji="0" lang="en-US" sz="2000" b="0" i="0" u="none" strike="noStrike" kern="1200" cap="none" spc="0" normalizeH="0" baseline="0" noProof="0" dirty="0">
                <a:ln>
                  <a:noFill/>
                </a:ln>
                <a:solidFill>
                  <a:srgbClr val="DB5935"/>
                </a:solidFill>
                <a:effectLst/>
                <a:uLnTx/>
                <a:uFillTx/>
                <a:latin typeface="Calibri" panose="020F0502020204030204"/>
                <a:ea typeface="+mn-ea"/>
                <a:cs typeface="+mn-cs"/>
              </a:rPr>
              <a:t>Third level</a:t>
            </a:r>
          </a:p>
          <a:p>
            <a:pPr marL="1600200" marR="0" lvl="3" indent="-228600" algn="l" defTabSz="914400" rtl="0" eaLnBrk="1" fontAlgn="auto" latinLnBrk="0" hangingPunct="1">
              <a:lnSpc>
                <a:spcPct val="90000"/>
              </a:lnSpc>
              <a:spcBef>
                <a:spcPts val="500"/>
              </a:spcBef>
              <a:spcAft>
                <a:spcPts val="0"/>
              </a:spcAft>
              <a:buClrTx/>
              <a:buSzTx/>
              <a:buFont typeface="Arial"/>
              <a:buChar char="•"/>
              <a:tabLst/>
              <a:defRPr/>
            </a:pPr>
            <a:r>
              <a:rPr kumimoji="0" lang="en-US" sz="1800" b="0" i="0" u="none" strike="noStrike" kern="1200" cap="none" spc="0" normalizeH="0" baseline="0" noProof="0" dirty="0">
                <a:ln>
                  <a:noFill/>
                </a:ln>
                <a:solidFill>
                  <a:srgbClr val="464846"/>
                </a:solidFill>
                <a:effectLst/>
                <a:uLnTx/>
                <a:uFillTx/>
                <a:latin typeface="Calibri" panose="020F0502020204030204"/>
                <a:ea typeface="+mn-ea"/>
                <a:cs typeface="+mn-cs"/>
              </a:rPr>
              <a:t>Fourth level</a:t>
            </a:r>
          </a:p>
          <a:p>
            <a:pPr marL="2057400" marR="0" lvl="4" indent="-228600" algn="l" defTabSz="914400" rtl="0" eaLnBrk="1" fontAlgn="auto" latinLnBrk="0" hangingPunct="1">
              <a:lnSpc>
                <a:spcPct val="90000"/>
              </a:lnSpc>
              <a:spcBef>
                <a:spcPts val="500"/>
              </a:spcBef>
              <a:spcAft>
                <a:spcPts val="0"/>
              </a:spcAft>
              <a:buClrTx/>
              <a:buSzTx/>
              <a:buFont typeface="Arial"/>
              <a:buChar char="•"/>
              <a:tabLst/>
              <a:defRPr/>
            </a:pPr>
            <a:r>
              <a:rPr kumimoji="0" lang="en-US" sz="1800" b="0" i="0" u="none" strike="noStrike" kern="1200" cap="none" spc="0" normalizeH="0" baseline="0" noProof="0" dirty="0">
                <a:ln>
                  <a:noFill/>
                </a:ln>
                <a:solidFill>
                  <a:srgbClr val="000000"/>
                </a:solidFill>
                <a:effectLst/>
                <a:uLnTx/>
                <a:uFillTx/>
                <a:latin typeface="Calibri" panose="020F0502020204030204"/>
                <a:ea typeface="+mn-ea"/>
                <a:cs typeface="+mn-cs"/>
              </a:rPr>
              <a:t>Fifth level</a:t>
            </a:r>
          </a:p>
        </p:txBody>
      </p:sp>
      <p:sp>
        <p:nvSpPr>
          <p:cNvPr id="6" name="Footer Placeholder 5"/>
          <p:cNvSpPr>
            <a:spLocks noGrp="1"/>
          </p:cNvSpPr>
          <p:nvPr>
            <p:ph type="ftr" sz="quarter" idx="11"/>
          </p:nvPr>
        </p:nvSpPr>
        <p:spPr/>
        <p:txBody>
          <a:bodyPr/>
          <a:lstStyle/>
          <a:p>
            <a:endParaRPr lang="en-US" dirty="0"/>
          </a:p>
        </p:txBody>
      </p:sp>
      <p:sp>
        <p:nvSpPr>
          <p:cNvPr id="2" name="Title 1">
            <a:extLst>
              <a:ext uri="{FF2B5EF4-FFF2-40B4-BE49-F238E27FC236}">
                <a16:creationId xmlns:a16="http://schemas.microsoft.com/office/drawing/2014/main" id="{55A695E3-160A-1182-A08B-49F893982D5A}"/>
              </a:ext>
            </a:extLst>
          </p:cNvPr>
          <p:cNvSpPr>
            <a:spLocks noGrp="1"/>
          </p:cNvSpPr>
          <p:nvPr>
            <p:ph type="title"/>
          </p:nvPr>
        </p:nvSpPr>
        <p:spPr>
          <a:xfrm>
            <a:off x="609600" y="238539"/>
            <a:ext cx="9052560" cy="586961"/>
          </a:xfrm>
          <a:prstGeom prst="rect">
            <a:avLst/>
          </a:prstGeom>
        </p:spPr>
        <p:txBody>
          <a:bodyPr/>
          <a:lstStyle>
            <a:lvl1pPr algn="l">
              <a:defRPr sz="2800">
                <a:solidFill>
                  <a:srgbClr val="70AD47"/>
                </a:solidFill>
              </a:defRPr>
            </a:lvl1pPr>
          </a:lstStyle>
          <a:p>
            <a:r>
              <a:rPr lang="en-US" dirty="0"/>
              <a:t>Click to edit Master title style</a:t>
            </a:r>
          </a:p>
        </p:txBody>
      </p:sp>
    </p:spTree>
    <p:extLst>
      <p:ext uri="{BB962C8B-B14F-4D97-AF65-F5344CB8AC3E}">
        <p14:creationId xmlns:p14="http://schemas.microsoft.com/office/powerpoint/2010/main" val="261988624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609600" y="1054101"/>
            <a:ext cx="5386917" cy="639763"/>
          </a:xfrm>
        </p:spPr>
        <p:txBody>
          <a:bodyPr anchor="b"/>
          <a:lstStyle>
            <a:lvl1pPr marL="0" indent="0">
              <a:buNone/>
              <a:defRPr sz="2400" b="1"/>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a:t>Click to edit Master text styles</a:t>
            </a:r>
          </a:p>
        </p:txBody>
      </p:sp>
      <p:sp>
        <p:nvSpPr>
          <p:cNvPr id="4" name="Content Placeholder 3"/>
          <p:cNvSpPr>
            <a:spLocks noGrp="1"/>
          </p:cNvSpPr>
          <p:nvPr>
            <p:ph sz="half" idx="2"/>
          </p:nvPr>
        </p:nvSpPr>
        <p:spPr>
          <a:xfrm>
            <a:off x="609600" y="1693863"/>
            <a:ext cx="5386917" cy="4432300"/>
          </a:xfrm>
        </p:spPr>
        <p:txBody>
          <a:bodyPr/>
          <a:lstStyle>
            <a:lvl1pPr marL="342900" indent="-342900">
              <a:buFont typeface="Arial" panose="020B0604020202020204" pitchFamily="34" charset="0"/>
              <a:buChar cha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marL="228600" marR="0" lvl="0" indent="-228600" algn="l" defTabSz="914400" rtl="0" eaLnBrk="1" fontAlgn="auto" latinLnBrk="0" hangingPunct="1">
              <a:lnSpc>
                <a:spcPct val="90000"/>
              </a:lnSpc>
              <a:spcBef>
                <a:spcPts val="1000"/>
              </a:spcBef>
              <a:spcAft>
                <a:spcPts val="0"/>
              </a:spcAft>
              <a:buClrTx/>
              <a:buSzTx/>
              <a:buFont typeface="Arial"/>
              <a:buChar char="•"/>
              <a:tabLst/>
              <a:defRPr/>
            </a:pPr>
            <a:r>
              <a:rPr kumimoji="0" lang="en-US" sz="2800" b="0" i="0" u="none" strike="noStrike" kern="1200" cap="none" spc="0" normalizeH="0" baseline="0" noProof="0" dirty="0">
                <a:ln>
                  <a:noFill/>
                </a:ln>
                <a:solidFill>
                  <a:srgbClr val="464846"/>
                </a:solidFill>
                <a:effectLst/>
                <a:uLnTx/>
                <a:uFillTx/>
                <a:latin typeface="Calibri" panose="020F0502020204030204"/>
                <a:ea typeface="+mn-ea"/>
                <a:cs typeface="+mn-cs"/>
              </a:rPr>
              <a:t>Click to edit Master text styles</a:t>
            </a:r>
          </a:p>
          <a:p>
            <a:pPr marL="685800" marR="0" lvl="1" indent="-228600" algn="l" defTabSz="914400" rtl="0" eaLnBrk="1" fontAlgn="auto" latinLnBrk="0" hangingPunct="1">
              <a:lnSpc>
                <a:spcPct val="90000"/>
              </a:lnSpc>
              <a:spcBef>
                <a:spcPts val="500"/>
              </a:spcBef>
              <a:spcAft>
                <a:spcPts val="0"/>
              </a:spcAft>
              <a:buClrTx/>
              <a:buSzTx/>
              <a:buFont typeface="Arial"/>
              <a:buChar char="•"/>
              <a:tabLst/>
              <a:defRPr/>
            </a:pPr>
            <a:r>
              <a:rPr kumimoji="0" lang="en-US" sz="2400" b="0" i="0" u="none" strike="noStrike" kern="1200" cap="none" spc="0" normalizeH="0" baseline="0" noProof="0" dirty="0">
                <a:ln>
                  <a:noFill/>
                </a:ln>
                <a:solidFill>
                  <a:srgbClr val="1B1E3F"/>
                </a:solidFill>
                <a:effectLst/>
                <a:uLnTx/>
                <a:uFillTx/>
                <a:latin typeface="Calibri" panose="020F0502020204030204"/>
                <a:ea typeface="+mn-ea"/>
                <a:cs typeface="+mn-cs"/>
              </a:rPr>
              <a:t>Second level</a:t>
            </a:r>
          </a:p>
          <a:p>
            <a:pPr marL="1143000" marR="0" lvl="2" indent="-228600" algn="l" defTabSz="914400" rtl="0" eaLnBrk="1" fontAlgn="auto" latinLnBrk="0" hangingPunct="1">
              <a:lnSpc>
                <a:spcPct val="90000"/>
              </a:lnSpc>
              <a:spcBef>
                <a:spcPts val="500"/>
              </a:spcBef>
              <a:spcAft>
                <a:spcPts val="0"/>
              </a:spcAft>
              <a:buClrTx/>
              <a:buSzTx/>
              <a:buFont typeface="Arial"/>
              <a:buChar char="•"/>
              <a:tabLst/>
              <a:defRPr/>
            </a:pPr>
            <a:r>
              <a:rPr kumimoji="0" lang="en-US" sz="2000" b="0" i="0" u="none" strike="noStrike" kern="1200" cap="none" spc="0" normalizeH="0" baseline="0" noProof="0" dirty="0">
                <a:ln>
                  <a:noFill/>
                </a:ln>
                <a:solidFill>
                  <a:srgbClr val="DB5935"/>
                </a:solidFill>
                <a:effectLst/>
                <a:uLnTx/>
                <a:uFillTx/>
                <a:latin typeface="Calibri" panose="020F0502020204030204"/>
                <a:ea typeface="+mn-ea"/>
                <a:cs typeface="+mn-cs"/>
              </a:rPr>
              <a:t>Third level</a:t>
            </a:r>
          </a:p>
          <a:p>
            <a:pPr marL="1600200" marR="0" lvl="3" indent="-228600" algn="l" defTabSz="914400" rtl="0" eaLnBrk="1" fontAlgn="auto" latinLnBrk="0" hangingPunct="1">
              <a:lnSpc>
                <a:spcPct val="90000"/>
              </a:lnSpc>
              <a:spcBef>
                <a:spcPts val="500"/>
              </a:spcBef>
              <a:spcAft>
                <a:spcPts val="0"/>
              </a:spcAft>
              <a:buClrTx/>
              <a:buSzTx/>
              <a:buFont typeface="Arial"/>
              <a:buChar char="•"/>
              <a:tabLst/>
              <a:defRPr/>
            </a:pPr>
            <a:r>
              <a:rPr kumimoji="0" lang="en-US" sz="1800" b="0" i="0" u="none" strike="noStrike" kern="1200" cap="none" spc="0" normalizeH="0" baseline="0" noProof="0" dirty="0">
                <a:ln>
                  <a:noFill/>
                </a:ln>
                <a:solidFill>
                  <a:srgbClr val="464846"/>
                </a:solidFill>
                <a:effectLst/>
                <a:uLnTx/>
                <a:uFillTx/>
                <a:latin typeface="Calibri" panose="020F0502020204030204"/>
                <a:ea typeface="+mn-ea"/>
                <a:cs typeface="+mn-cs"/>
              </a:rPr>
              <a:t>Fourth level</a:t>
            </a:r>
          </a:p>
          <a:p>
            <a:pPr marL="2057400" marR="0" lvl="4" indent="-228600" algn="l" defTabSz="914400" rtl="0" eaLnBrk="1" fontAlgn="auto" latinLnBrk="0" hangingPunct="1">
              <a:lnSpc>
                <a:spcPct val="90000"/>
              </a:lnSpc>
              <a:spcBef>
                <a:spcPts val="500"/>
              </a:spcBef>
              <a:spcAft>
                <a:spcPts val="0"/>
              </a:spcAft>
              <a:buClrTx/>
              <a:buSzTx/>
              <a:buFont typeface="Arial"/>
              <a:buChar char="•"/>
              <a:tabLst/>
              <a:defRPr/>
            </a:pPr>
            <a:r>
              <a:rPr kumimoji="0" lang="en-US" sz="1800" b="0" i="0" u="none" strike="noStrike" kern="1200" cap="none" spc="0" normalizeH="0" baseline="0" noProof="0" dirty="0">
                <a:ln>
                  <a:noFill/>
                </a:ln>
                <a:solidFill>
                  <a:srgbClr val="000000"/>
                </a:solidFill>
                <a:effectLst/>
                <a:uLnTx/>
                <a:uFillTx/>
                <a:latin typeface="Calibri" panose="020F0502020204030204"/>
                <a:ea typeface="+mn-ea"/>
                <a:cs typeface="+mn-cs"/>
              </a:rPr>
              <a:t>Fifth level</a:t>
            </a:r>
          </a:p>
        </p:txBody>
      </p:sp>
      <p:sp>
        <p:nvSpPr>
          <p:cNvPr id="5" name="Text Placeholder 4"/>
          <p:cNvSpPr>
            <a:spLocks noGrp="1"/>
          </p:cNvSpPr>
          <p:nvPr>
            <p:ph type="body" sz="quarter" idx="3"/>
          </p:nvPr>
        </p:nvSpPr>
        <p:spPr>
          <a:xfrm>
            <a:off x="6193369" y="1054100"/>
            <a:ext cx="5389033" cy="639763"/>
          </a:xfrm>
        </p:spPr>
        <p:txBody>
          <a:bodyPr anchor="b"/>
          <a:lstStyle>
            <a:lvl1pPr marL="0" indent="0">
              <a:buNone/>
              <a:defRPr sz="2400" b="1"/>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93369" y="1693863"/>
            <a:ext cx="5389033" cy="4432300"/>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marL="228600" marR="0" lvl="0" indent="-228600" algn="l" defTabSz="914400" rtl="0" eaLnBrk="1" fontAlgn="auto" latinLnBrk="0" hangingPunct="1">
              <a:lnSpc>
                <a:spcPct val="90000"/>
              </a:lnSpc>
              <a:spcBef>
                <a:spcPts val="1000"/>
              </a:spcBef>
              <a:spcAft>
                <a:spcPts val="0"/>
              </a:spcAft>
              <a:buClrTx/>
              <a:buSzTx/>
              <a:buFont typeface="Arial"/>
              <a:buChar char="•"/>
              <a:tabLst/>
              <a:defRPr/>
            </a:pPr>
            <a:r>
              <a:rPr kumimoji="0" lang="en-US" sz="2800" b="0" i="0" u="none" strike="noStrike" kern="1200" cap="none" spc="0" normalizeH="0" baseline="0" noProof="0" dirty="0">
                <a:ln>
                  <a:noFill/>
                </a:ln>
                <a:solidFill>
                  <a:srgbClr val="464846"/>
                </a:solidFill>
                <a:effectLst/>
                <a:uLnTx/>
                <a:uFillTx/>
                <a:latin typeface="Calibri" panose="020F0502020204030204"/>
                <a:ea typeface="+mn-ea"/>
                <a:cs typeface="+mn-cs"/>
              </a:rPr>
              <a:t>Click to edit Master text styles</a:t>
            </a:r>
          </a:p>
          <a:p>
            <a:pPr marL="685800" marR="0" lvl="1" indent="-228600" algn="l" defTabSz="914400" rtl="0" eaLnBrk="1" fontAlgn="auto" latinLnBrk="0" hangingPunct="1">
              <a:lnSpc>
                <a:spcPct val="90000"/>
              </a:lnSpc>
              <a:spcBef>
                <a:spcPts val="500"/>
              </a:spcBef>
              <a:spcAft>
                <a:spcPts val="0"/>
              </a:spcAft>
              <a:buClrTx/>
              <a:buSzTx/>
              <a:buFont typeface="Arial"/>
              <a:buChar char="•"/>
              <a:tabLst/>
              <a:defRPr/>
            </a:pPr>
            <a:r>
              <a:rPr kumimoji="0" lang="en-US" sz="2400" b="0" i="0" u="none" strike="noStrike" kern="1200" cap="none" spc="0" normalizeH="0" baseline="0" noProof="0" dirty="0">
                <a:ln>
                  <a:noFill/>
                </a:ln>
                <a:solidFill>
                  <a:srgbClr val="1B1E3F"/>
                </a:solidFill>
                <a:effectLst/>
                <a:uLnTx/>
                <a:uFillTx/>
                <a:latin typeface="Calibri" panose="020F0502020204030204"/>
                <a:ea typeface="+mn-ea"/>
                <a:cs typeface="+mn-cs"/>
              </a:rPr>
              <a:t>Second level</a:t>
            </a:r>
          </a:p>
          <a:p>
            <a:pPr marL="1143000" marR="0" lvl="2" indent="-228600" algn="l" defTabSz="914400" rtl="0" eaLnBrk="1" fontAlgn="auto" latinLnBrk="0" hangingPunct="1">
              <a:lnSpc>
                <a:spcPct val="90000"/>
              </a:lnSpc>
              <a:spcBef>
                <a:spcPts val="500"/>
              </a:spcBef>
              <a:spcAft>
                <a:spcPts val="0"/>
              </a:spcAft>
              <a:buClrTx/>
              <a:buSzTx/>
              <a:buFont typeface="Arial"/>
              <a:buChar char="•"/>
              <a:tabLst/>
              <a:defRPr/>
            </a:pPr>
            <a:r>
              <a:rPr kumimoji="0" lang="en-US" sz="2000" b="0" i="0" u="none" strike="noStrike" kern="1200" cap="none" spc="0" normalizeH="0" baseline="0" noProof="0" dirty="0">
                <a:ln>
                  <a:noFill/>
                </a:ln>
                <a:solidFill>
                  <a:srgbClr val="DB5935"/>
                </a:solidFill>
                <a:effectLst/>
                <a:uLnTx/>
                <a:uFillTx/>
                <a:latin typeface="Calibri" panose="020F0502020204030204"/>
                <a:ea typeface="+mn-ea"/>
                <a:cs typeface="+mn-cs"/>
              </a:rPr>
              <a:t>Third level</a:t>
            </a:r>
          </a:p>
          <a:p>
            <a:pPr marL="1600200" marR="0" lvl="3" indent="-228600" algn="l" defTabSz="914400" rtl="0" eaLnBrk="1" fontAlgn="auto" latinLnBrk="0" hangingPunct="1">
              <a:lnSpc>
                <a:spcPct val="90000"/>
              </a:lnSpc>
              <a:spcBef>
                <a:spcPts val="500"/>
              </a:spcBef>
              <a:spcAft>
                <a:spcPts val="0"/>
              </a:spcAft>
              <a:buClrTx/>
              <a:buSzTx/>
              <a:buFont typeface="Arial"/>
              <a:buChar char="•"/>
              <a:tabLst/>
              <a:defRPr/>
            </a:pPr>
            <a:r>
              <a:rPr kumimoji="0" lang="en-US" sz="1800" b="0" i="0" u="none" strike="noStrike" kern="1200" cap="none" spc="0" normalizeH="0" baseline="0" noProof="0" dirty="0">
                <a:ln>
                  <a:noFill/>
                </a:ln>
                <a:solidFill>
                  <a:srgbClr val="464846"/>
                </a:solidFill>
                <a:effectLst/>
                <a:uLnTx/>
                <a:uFillTx/>
                <a:latin typeface="Calibri" panose="020F0502020204030204"/>
                <a:ea typeface="+mn-ea"/>
                <a:cs typeface="+mn-cs"/>
              </a:rPr>
              <a:t>Fourth level</a:t>
            </a:r>
          </a:p>
          <a:p>
            <a:pPr marL="2057400" marR="0" lvl="4" indent="-228600" algn="l" defTabSz="914400" rtl="0" eaLnBrk="1" fontAlgn="auto" latinLnBrk="0" hangingPunct="1">
              <a:lnSpc>
                <a:spcPct val="90000"/>
              </a:lnSpc>
              <a:spcBef>
                <a:spcPts val="500"/>
              </a:spcBef>
              <a:spcAft>
                <a:spcPts val="0"/>
              </a:spcAft>
              <a:buClrTx/>
              <a:buSzTx/>
              <a:buFont typeface="Arial"/>
              <a:buChar char="•"/>
              <a:tabLst/>
              <a:defRPr/>
            </a:pPr>
            <a:r>
              <a:rPr kumimoji="0" lang="en-US" sz="1800" b="0" i="0" u="none" strike="noStrike" kern="1200" cap="none" spc="0" normalizeH="0" baseline="0" noProof="0" dirty="0">
                <a:ln>
                  <a:noFill/>
                </a:ln>
                <a:solidFill>
                  <a:srgbClr val="000000"/>
                </a:solidFill>
                <a:effectLst/>
                <a:uLnTx/>
                <a:uFillTx/>
                <a:latin typeface="Calibri" panose="020F0502020204030204"/>
                <a:ea typeface="+mn-ea"/>
                <a:cs typeface="+mn-cs"/>
              </a:rPr>
              <a:t>Fifth level</a:t>
            </a:r>
          </a:p>
        </p:txBody>
      </p:sp>
      <p:sp>
        <p:nvSpPr>
          <p:cNvPr id="8" name="Footer Placeholder 7"/>
          <p:cNvSpPr>
            <a:spLocks noGrp="1"/>
          </p:cNvSpPr>
          <p:nvPr>
            <p:ph type="ftr" sz="quarter" idx="11"/>
          </p:nvPr>
        </p:nvSpPr>
        <p:spPr/>
        <p:txBody>
          <a:bodyPr/>
          <a:lstStyle/>
          <a:p>
            <a:endParaRPr lang="en-US"/>
          </a:p>
        </p:txBody>
      </p:sp>
      <p:sp>
        <p:nvSpPr>
          <p:cNvPr id="2" name="Title 1">
            <a:extLst>
              <a:ext uri="{FF2B5EF4-FFF2-40B4-BE49-F238E27FC236}">
                <a16:creationId xmlns:a16="http://schemas.microsoft.com/office/drawing/2014/main" id="{48293EA6-65EB-EBFA-B114-8CE108578312}"/>
              </a:ext>
            </a:extLst>
          </p:cNvPr>
          <p:cNvSpPr>
            <a:spLocks noGrp="1"/>
          </p:cNvSpPr>
          <p:nvPr>
            <p:ph type="title"/>
          </p:nvPr>
        </p:nvSpPr>
        <p:spPr>
          <a:xfrm>
            <a:off x="609600" y="238539"/>
            <a:ext cx="9052560" cy="586961"/>
          </a:xfrm>
          <a:prstGeom prst="rect">
            <a:avLst/>
          </a:prstGeom>
        </p:spPr>
        <p:txBody>
          <a:bodyPr/>
          <a:lstStyle>
            <a:lvl1pPr algn="l">
              <a:defRPr sz="2800">
                <a:solidFill>
                  <a:srgbClr val="70AD47"/>
                </a:solidFill>
              </a:defRPr>
            </a:lvl1pPr>
          </a:lstStyle>
          <a:p>
            <a:r>
              <a:rPr lang="en-US" dirty="0"/>
              <a:t>Click to edit Master title style</a:t>
            </a:r>
          </a:p>
        </p:txBody>
      </p:sp>
    </p:spTree>
    <p:extLst>
      <p:ext uri="{BB962C8B-B14F-4D97-AF65-F5344CB8AC3E}">
        <p14:creationId xmlns:p14="http://schemas.microsoft.com/office/powerpoint/2010/main" val="253579396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4" name="Footer Placeholder 3"/>
          <p:cNvSpPr>
            <a:spLocks noGrp="1"/>
          </p:cNvSpPr>
          <p:nvPr>
            <p:ph type="ftr" sz="quarter" idx="11"/>
          </p:nvPr>
        </p:nvSpPr>
        <p:spPr/>
        <p:txBody>
          <a:bodyPr/>
          <a:lstStyle/>
          <a:p>
            <a:endParaRPr lang="en-US"/>
          </a:p>
        </p:txBody>
      </p:sp>
      <p:sp>
        <p:nvSpPr>
          <p:cNvPr id="2" name="Title 1">
            <a:extLst>
              <a:ext uri="{FF2B5EF4-FFF2-40B4-BE49-F238E27FC236}">
                <a16:creationId xmlns:a16="http://schemas.microsoft.com/office/drawing/2014/main" id="{DCC07829-38D8-F49A-78AA-2EAC35A1A3B6}"/>
              </a:ext>
            </a:extLst>
          </p:cNvPr>
          <p:cNvSpPr>
            <a:spLocks noGrp="1"/>
          </p:cNvSpPr>
          <p:nvPr>
            <p:ph type="title"/>
          </p:nvPr>
        </p:nvSpPr>
        <p:spPr>
          <a:xfrm>
            <a:off x="609600" y="238539"/>
            <a:ext cx="9052560" cy="586961"/>
          </a:xfrm>
          <a:prstGeom prst="rect">
            <a:avLst/>
          </a:prstGeom>
        </p:spPr>
        <p:txBody>
          <a:bodyPr/>
          <a:lstStyle>
            <a:lvl1pPr algn="l">
              <a:defRPr sz="2800">
                <a:solidFill>
                  <a:srgbClr val="70AD47"/>
                </a:solidFill>
              </a:defRPr>
            </a:lvl1pPr>
          </a:lstStyle>
          <a:p>
            <a:r>
              <a:rPr lang="en-US" dirty="0"/>
              <a:t>Click to edit Master title style</a:t>
            </a:r>
          </a:p>
        </p:txBody>
      </p:sp>
    </p:spTree>
    <p:extLst>
      <p:ext uri="{BB962C8B-B14F-4D97-AF65-F5344CB8AC3E}">
        <p14:creationId xmlns:p14="http://schemas.microsoft.com/office/powerpoint/2010/main" val="347272125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3" name="Footer Placeholder 2"/>
          <p:cNvSpPr>
            <a:spLocks noGrp="1"/>
          </p:cNvSpPr>
          <p:nvPr>
            <p:ph type="ftr" sz="quarter" idx="11"/>
          </p:nvPr>
        </p:nvSpPr>
        <p:spPr/>
        <p:txBody>
          <a:bodyPr/>
          <a:lstStyle/>
          <a:p>
            <a:endParaRPr lang="en-US"/>
          </a:p>
        </p:txBody>
      </p:sp>
    </p:spTree>
    <p:extLst>
      <p:ext uri="{BB962C8B-B14F-4D97-AF65-F5344CB8AC3E}">
        <p14:creationId xmlns:p14="http://schemas.microsoft.com/office/powerpoint/2010/main" val="213090109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2" y="273049"/>
            <a:ext cx="4011084" cy="1162051"/>
          </a:xfrm>
          <a:prstGeom prst="rect">
            <a:avLst/>
          </a:prstGeom>
        </p:spPr>
        <p:txBody>
          <a:bodyPr anchor="b"/>
          <a:lstStyle>
            <a:lvl1pPr algn="l">
              <a:defRPr sz="2000" b="1">
                <a:solidFill>
                  <a:srgbClr val="70AD47"/>
                </a:solidFill>
              </a:defRPr>
            </a:lvl1pPr>
          </a:lstStyle>
          <a:p>
            <a:r>
              <a:rPr lang="en-US" dirty="0"/>
              <a:t>Click to edit Master title style</a:t>
            </a:r>
          </a:p>
        </p:txBody>
      </p:sp>
      <p:sp>
        <p:nvSpPr>
          <p:cNvPr id="3" name="Content Placeholder 2"/>
          <p:cNvSpPr>
            <a:spLocks noGrp="1"/>
          </p:cNvSpPr>
          <p:nvPr>
            <p:ph idx="1"/>
          </p:nvPr>
        </p:nvSpPr>
        <p:spPr>
          <a:xfrm>
            <a:off x="4766733" y="273052"/>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marL="228600" marR="0" lvl="0" indent="-228600" algn="l" defTabSz="914400" rtl="0" eaLnBrk="1" fontAlgn="auto" latinLnBrk="0" hangingPunct="1">
              <a:lnSpc>
                <a:spcPct val="90000"/>
              </a:lnSpc>
              <a:spcBef>
                <a:spcPts val="1000"/>
              </a:spcBef>
              <a:spcAft>
                <a:spcPts val="0"/>
              </a:spcAft>
              <a:buClrTx/>
              <a:buSzTx/>
              <a:buFont typeface="Arial"/>
              <a:buChar char="•"/>
              <a:tabLst/>
              <a:defRPr/>
            </a:pPr>
            <a:r>
              <a:rPr kumimoji="0" lang="en-US" sz="2800" b="0" i="0" u="none" strike="noStrike" kern="1200" cap="none" spc="0" normalizeH="0" baseline="0" noProof="0" dirty="0">
                <a:ln>
                  <a:noFill/>
                </a:ln>
                <a:solidFill>
                  <a:srgbClr val="464846"/>
                </a:solidFill>
                <a:effectLst/>
                <a:uLnTx/>
                <a:uFillTx/>
                <a:latin typeface="Calibri" panose="020F0502020204030204"/>
                <a:ea typeface="+mn-ea"/>
                <a:cs typeface="+mn-cs"/>
              </a:rPr>
              <a:t>Click to edit Master text styles</a:t>
            </a:r>
          </a:p>
          <a:p>
            <a:pPr marL="685800" marR="0" lvl="1" indent="-228600" algn="l" defTabSz="914400" rtl="0" eaLnBrk="1" fontAlgn="auto" latinLnBrk="0" hangingPunct="1">
              <a:lnSpc>
                <a:spcPct val="90000"/>
              </a:lnSpc>
              <a:spcBef>
                <a:spcPts val="500"/>
              </a:spcBef>
              <a:spcAft>
                <a:spcPts val="0"/>
              </a:spcAft>
              <a:buClrTx/>
              <a:buSzTx/>
              <a:buFont typeface="Arial"/>
              <a:buChar char="•"/>
              <a:tabLst/>
              <a:defRPr/>
            </a:pPr>
            <a:r>
              <a:rPr kumimoji="0" lang="en-US" sz="2400" b="0" i="0" u="none" strike="noStrike" kern="1200" cap="none" spc="0" normalizeH="0" baseline="0" noProof="0" dirty="0">
                <a:ln>
                  <a:noFill/>
                </a:ln>
                <a:solidFill>
                  <a:srgbClr val="1B1E3F"/>
                </a:solidFill>
                <a:effectLst/>
                <a:uLnTx/>
                <a:uFillTx/>
                <a:latin typeface="Calibri" panose="020F0502020204030204"/>
                <a:ea typeface="+mn-ea"/>
                <a:cs typeface="+mn-cs"/>
              </a:rPr>
              <a:t>Second level</a:t>
            </a:r>
          </a:p>
          <a:p>
            <a:pPr marL="1143000" marR="0" lvl="2" indent="-228600" algn="l" defTabSz="914400" rtl="0" eaLnBrk="1" fontAlgn="auto" latinLnBrk="0" hangingPunct="1">
              <a:lnSpc>
                <a:spcPct val="90000"/>
              </a:lnSpc>
              <a:spcBef>
                <a:spcPts val="500"/>
              </a:spcBef>
              <a:spcAft>
                <a:spcPts val="0"/>
              </a:spcAft>
              <a:buClrTx/>
              <a:buSzTx/>
              <a:buFont typeface="Arial"/>
              <a:buChar char="•"/>
              <a:tabLst/>
              <a:defRPr/>
            </a:pPr>
            <a:r>
              <a:rPr kumimoji="0" lang="en-US" sz="2000" b="0" i="0" u="none" strike="noStrike" kern="1200" cap="none" spc="0" normalizeH="0" baseline="0" noProof="0" dirty="0">
                <a:ln>
                  <a:noFill/>
                </a:ln>
                <a:solidFill>
                  <a:srgbClr val="DB5935"/>
                </a:solidFill>
                <a:effectLst/>
                <a:uLnTx/>
                <a:uFillTx/>
                <a:latin typeface="Calibri" panose="020F0502020204030204"/>
                <a:ea typeface="+mn-ea"/>
                <a:cs typeface="+mn-cs"/>
              </a:rPr>
              <a:t>Third level</a:t>
            </a:r>
          </a:p>
          <a:p>
            <a:pPr marL="1600200" marR="0" lvl="3" indent="-228600" algn="l" defTabSz="914400" rtl="0" eaLnBrk="1" fontAlgn="auto" latinLnBrk="0" hangingPunct="1">
              <a:lnSpc>
                <a:spcPct val="90000"/>
              </a:lnSpc>
              <a:spcBef>
                <a:spcPts val="500"/>
              </a:spcBef>
              <a:spcAft>
                <a:spcPts val="0"/>
              </a:spcAft>
              <a:buClrTx/>
              <a:buSzTx/>
              <a:buFont typeface="Arial"/>
              <a:buChar char="•"/>
              <a:tabLst/>
              <a:defRPr/>
            </a:pPr>
            <a:r>
              <a:rPr kumimoji="0" lang="en-US" sz="1800" b="0" i="0" u="none" strike="noStrike" kern="1200" cap="none" spc="0" normalizeH="0" baseline="0" noProof="0" dirty="0">
                <a:ln>
                  <a:noFill/>
                </a:ln>
                <a:solidFill>
                  <a:srgbClr val="464846"/>
                </a:solidFill>
                <a:effectLst/>
                <a:uLnTx/>
                <a:uFillTx/>
                <a:latin typeface="Calibri" panose="020F0502020204030204"/>
                <a:ea typeface="+mn-ea"/>
                <a:cs typeface="+mn-cs"/>
              </a:rPr>
              <a:t>Fourth level</a:t>
            </a:r>
          </a:p>
          <a:p>
            <a:pPr marL="2057400" marR="0" lvl="4" indent="-228600" algn="l" defTabSz="914400" rtl="0" eaLnBrk="1" fontAlgn="auto" latinLnBrk="0" hangingPunct="1">
              <a:lnSpc>
                <a:spcPct val="90000"/>
              </a:lnSpc>
              <a:spcBef>
                <a:spcPts val="500"/>
              </a:spcBef>
              <a:spcAft>
                <a:spcPts val="0"/>
              </a:spcAft>
              <a:buClrTx/>
              <a:buSzTx/>
              <a:buFont typeface="Arial"/>
              <a:buChar char="•"/>
              <a:tabLst/>
              <a:defRPr/>
            </a:pPr>
            <a:r>
              <a:rPr kumimoji="0" lang="en-US" sz="1800" b="0" i="0" u="none" strike="noStrike" kern="1200" cap="none" spc="0" normalizeH="0" baseline="0" noProof="0" dirty="0">
                <a:ln>
                  <a:noFill/>
                </a:ln>
                <a:solidFill>
                  <a:srgbClr val="000000"/>
                </a:solidFill>
                <a:effectLst/>
                <a:uLnTx/>
                <a:uFillTx/>
                <a:latin typeface="Calibri" panose="020F0502020204030204"/>
                <a:ea typeface="+mn-ea"/>
                <a:cs typeface="+mn-cs"/>
              </a:rPr>
              <a:t>Fifth level</a:t>
            </a:r>
          </a:p>
        </p:txBody>
      </p:sp>
      <p:sp>
        <p:nvSpPr>
          <p:cNvPr id="4" name="Text Placeholder 3"/>
          <p:cNvSpPr>
            <a:spLocks noGrp="1"/>
          </p:cNvSpPr>
          <p:nvPr>
            <p:ph type="body" sz="half" idx="2"/>
          </p:nvPr>
        </p:nvSpPr>
        <p:spPr>
          <a:xfrm>
            <a:off x="609602" y="1435102"/>
            <a:ext cx="4011084" cy="4691063"/>
          </a:xfrm>
        </p:spPr>
        <p:txBody>
          <a:bodyPr/>
          <a:lstStyle>
            <a:lvl1pPr marL="0" indent="0">
              <a:buNone/>
              <a:defRPr sz="1400"/>
            </a:lvl1pPr>
            <a:lvl2pPr marL="457189" indent="0">
              <a:buNone/>
              <a:defRPr sz="1200"/>
            </a:lvl2pPr>
            <a:lvl3pPr marL="914377" indent="0">
              <a:buNone/>
              <a:defRPr sz="1000"/>
            </a:lvl3pPr>
            <a:lvl4pPr marL="1371566" indent="0">
              <a:buNone/>
              <a:defRPr sz="900"/>
            </a:lvl4pPr>
            <a:lvl5pPr marL="1828754" indent="0">
              <a:buNone/>
              <a:defRPr sz="900"/>
            </a:lvl5pPr>
            <a:lvl6pPr marL="2285943" indent="0">
              <a:buNone/>
              <a:defRPr sz="900"/>
            </a:lvl6pPr>
            <a:lvl7pPr marL="2743131" indent="0">
              <a:buNone/>
              <a:defRPr sz="900"/>
            </a:lvl7pPr>
            <a:lvl8pPr marL="3200320" indent="0">
              <a:buNone/>
              <a:defRPr sz="900"/>
            </a:lvl8pPr>
            <a:lvl9pPr marL="3657509" indent="0">
              <a:buNone/>
              <a:defRPr sz="900"/>
            </a:lvl9pPr>
          </a:lstStyle>
          <a:p>
            <a:pPr lvl="0"/>
            <a:r>
              <a:rPr lang="en-US"/>
              <a:t>Click to edit Master text styles</a:t>
            </a:r>
          </a:p>
        </p:txBody>
      </p:sp>
      <p:sp>
        <p:nvSpPr>
          <p:cNvPr id="6" name="Footer Placeholder 5"/>
          <p:cNvSpPr>
            <a:spLocks noGrp="1"/>
          </p:cNvSpPr>
          <p:nvPr>
            <p:ph type="ftr" sz="quarter" idx="11"/>
          </p:nvPr>
        </p:nvSpPr>
        <p:spPr/>
        <p:txBody>
          <a:bodyPr/>
          <a:lstStyle/>
          <a:p>
            <a:endParaRPr lang="en-US" dirty="0"/>
          </a:p>
        </p:txBody>
      </p:sp>
    </p:spTree>
    <p:extLst>
      <p:ext uri="{BB962C8B-B14F-4D97-AF65-F5344CB8AC3E}">
        <p14:creationId xmlns:p14="http://schemas.microsoft.com/office/powerpoint/2010/main" val="354089564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1244600"/>
          </a:xfrm>
          <a:prstGeom prst="rect">
            <a:avLst/>
          </a:prstGeom>
        </p:spPr>
        <p:txBody>
          <a:bodyPr anchor="t">
            <a:normAutofit/>
          </a:bodyPr>
          <a:lstStyle>
            <a:lvl1pPr algn="l">
              <a:defRPr sz="1600" b="0"/>
            </a:lvl1pPr>
          </a:lstStyle>
          <a:p>
            <a:r>
              <a:rPr lang="en-US" dirty="0"/>
              <a:t>Click to edit Master title style</a:t>
            </a:r>
          </a:p>
        </p:txBody>
      </p:sp>
      <p:sp>
        <p:nvSpPr>
          <p:cNvPr id="3" name="Picture Placeholder 2"/>
          <p:cNvSpPr>
            <a:spLocks noGrp="1"/>
          </p:cNvSpPr>
          <p:nvPr>
            <p:ph type="pic" idx="1"/>
          </p:nvPr>
        </p:nvSpPr>
        <p:spPr>
          <a:xfrm>
            <a:off x="2389717" y="612775"/>
            <a:ext cx="7315200" cy="4114800"/>
          </a:xfrm>
        </p:spPr>
        <p:txBody>
          <a:bodyPr>
            <a:normAutofit/>
          </a:bodyPr>
          <a:lstStyle>
            <a:lvl1pPr marL="0" indent="0">
              <a:buNone/>
              <a:defRPr sz="2800"/>
            </a:lvl1pPr>
            <a:lvl2pPr marL="457189" indent="0">
              <a:buNone/>
              <a:defRPr sz="2800"/>
            </a:lvl2pPr>
            <a:lvl3pPr marL="914377" indent="0">
              <a:buNone/>
              <a:defRPr sz="2400"/>
            </a:lvl3pPr>
            <a:lvl4pPr marL="1371566" indent="0">
              <a:buNone/>
              <a:defRPr sz="2000"/>
            </a:lvl4pPr>
            <a:lvl5pPr marL="1828754" indent="0">
              <a:buNone/>
              <a:defRPr sz="2000"/>
            </a:lvl5pPr>
            <a:lvl6pPr marL="2285943" indent="0">
              <a:buNone/>
              <a:defRPr sz="2000"/>
            </a:lvl6pPr>
            <a:lvl7pPr marL="2743131" indent="0">
              <a:buNone/>
              <a:defRPr sz="2000"/>
            </a:lvl7pPr>
            <a:lvl8pPr marL="3200320" indent="0">
              <a:buNone/>
              <a:defRPr sz="2000"/>
            </a:lvl8pPr>
            <a:lvl9pPr marL="3657509" indent="0">
              <a:buNone/>
              <a:defRPr sz="2000"/>
            </a:lvl9pPr>
          </a:lstStyle>
          <a:p>
            <a:endParaRPr lang="en-US" dirty="0"/>
          </a:p>
        </p:txBody>
      </p:sp>
      <p:sp>
        <p:nvSpPr>
          <p:cNvPr id="6" name="Footer Placeholder 5"/>
          <p:cNvSpPr>
            <a:spLocks noGrp="1"/>
          </p:cNvSpPr>
          <p:nvPr>
            <p:ph type="ftr" sz="quarter" idx="11"/>
          </p:nvPr>
        </p:nvSpPr>
        <p:spPr/>
        <p:txBody>
          <a:bodyPr/>
          <a:lstStyle/>
          <a:p>
            <a:endParaRPr lang="en-US"/>
          </a:p>
        </p:txBody>
      </p:sp>
    </p:spTree>
    <p:extLst>
      <p:ext uri="{BB962C8B-B14F-4D97-AF65-F5344CB8AC3E}">
        <p14:creationId xmlns:p14="http://schemas.microsoft.com/office/powerpoint/2010/main" val="35668998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Last Slide">
    <p:spTree>
      <p:nvGrpSpPr>
        <p:cNvPr id="1" name=""/>
        <p:cNvGrpSpPr/>
        <p:nvPr/>
      </p:nvGrpSpPr>
      <p:grpSpPr>
        <a:xfrm>
          <a:off x="0" y="0"/>
          <a:ext cx="0" cy="0"/>
          <a:chOff x="0" y="0"/>
          <a:chExt cx="0" cy="0"/>
        </a:xfrm>
      </p:grpSpPr>
      <p:sp>
        <p:nvSpPr>
          <p:cNvPr id="7" name="Content Placeholder 6"/>
          <p:cNvSpPr>
            <a:spLocks noGrp="1"/>
          </p:cNvSpPr>
          <p:nvPr>
            <p:ph sz="quarter" idx="12"/>
          </p:nvPr>
        </p:nvSpPr>
        <p:spPr>
          <a:xfrm>
            <a:off x="609600" y="1011383"/>
            <a:ext cx="10972800" cy="3255818"/>
          </a:xfrm>
        </p:spPr>
        <p:txBody>
          <a:bodyPr/>
          <a:lstStyle>
            <a:lvl5pPr marL="1828800" indent="0">
              <a:buNone/>
              <a:defRPr/>
            </a:lvl5pPr>
          </a:lstStyle>
          <a:p>
            <a:pPr marL="228600" marR="0" lvl="0" indent="-228600" algn="l" defTabSz="914400" rtl="0" eaLnBrk="1" fontAlgn="auto" latinLnBrk="0" hangingPunct="1">
              <a:lnSpc>
                <a:spcPct val="90000"/>
              </a:lnSpc>
              <a:spcBef>
                <a:spcPts val="1000"/>
              </a:spcBef>
              <a:spcAft>
                <a:spcPts val="0"/>
              </a:spcAft>
              <a:buClrTx/>
              <a:buSzTx/>
              <a:buFont typeface="Arial"/>
              <a:buChar char="•"/>
              <a:tabLst/>
              <a:defRPr/>
            </a:pPr>
            <a:r>
              <a:rPr kumimoji="0" lang="en-US" sz="2800" b="0" i="0" u="none" strike="noStrike" kern="1200" cap="none" spc="0" normalizeH="0" baseline="0" noProof="0" dirty="0">
                <a:ln>
                  <a:noFill/>
                </a:ln>
                <a:solidFill>
                  <a:srgbClr val="464846"/>
                </a:solidFill>
                <a:effectLst/>
                <a:uLnTx/>
                <a:uFillTx/>
                <a:latin typeface="Calibri" panose="020F0502020204030204"/>
                <a:ea typeface="+mn-ea"/>
                <a:cs typeface="+mn-cs"/>
              </a:rPr>
              <a:t>Click to edit Master text styles</a:t>
            </a:r>
          </a:p>
          <a:p>
            <a:pPr marL="685800" marR="0" lvl="1" indent="-228600" algn="l" defTabSz="914400" rtl="0" eaLnBrk="1" fontAlgn="auto" latinLnBrk="0" hangingPunct="1">
              <a:lnSpc>
                <a:spcPct val="90000"/>
              </a:lnSpc>
              <a:spcBef>
                <a:spcPts val="500"/>
              </a:spcBef>
              <a:spcAft>
                <a:spcPts val="0"/>
              </a:spcAft>
              <a:buClrTx/>
              <a:buSzTx/>
              <a:buFont typeface="Arial"/>
              <a:buChar char="•"/>
              <a:tabLst/>
              <a:defRPr/>
            </a:pPr>
            <a:r>
              <a:rPr kumimoji="0" lang="en-US" sz="2400" b="0" i="0" u="none" strike="noStrike" kern="1200" cap="none" spc="0" normalizeH="0" baseline="0" noProof="0" dirty="0">
                <a:ln>
                  <a:noFill/>
                </a:ln>
                <a:solidFill>
                  <a:srgbClr val="1B1E3F"/>
                </a:solidFill>
                <a:effectLst/>
                <a:uLnTx/>
                <a:uFillTx/>
                <a:latin typeface="Calibri" panose="020F0502020204030204"/>
                <a:ea typeface="+mn-ea"/>
                <a:cs typeface="+mn-cs"/>
              </a:rPr>
              <a:t>Second level</a:t>
            </a:r>
          </a:p>
          <a:p>
            <a:pPr marL="1143000" marR="0" lvl="2" indent="-228600" algn="l" defTabSz="914400" rtl="0" eaLnBrk="1" fontAlgn="auto" latinLnBrk="0" hangingPunct="1">
              <a:lnSpc>
                <a:spcPct val="90000"/>
              </a:lnSpc>
              <a:spcBef>
                <a:spcPts val="500"/>
              </a:spcBef>
              <a:spcAft>
                <a:spcPts val="0"/>
              </a:spcAft>
              <a:buClrTx/>
              <a:buSzTx/>
              <a:buFont typeface="Arial"/>
              <a:buChar char="•"/>
              <a:tabLst/>
              <a:defRPr/>
            </a:pPr>
            <a:r>
              <a:rPr kumimoji="0" lang="en-US" sz="2000" b="0" i="0" u="none" strike="noStrike" kern="1200" cap="none" spc="0" normalizeH="0" baseline="0" noProof="0" dirty="0">
                <a:ln>
                  <a:noFill/>
                </a:ln>
                <a:solidFill>
                  <a:srgbClr val="DB5935"/>
                </a:solidFill>
                <a:effectLst/>
                <a:uLnTx/>
                <a:uFillTx/>
                <a:latin typeface="Calibri" panose="020F0502020204030204"/>
                <a:ea typeface="+mn-ea"/>
                <a:cs typeface="+mn-cs"/>
              </a:rPr>
              <a:t>Third level</a:t>
            </a:r>
          </a:p>
          <a:p>
            <a:pPr marL="1600200" marR="0" lvl="3" indent="-228600" algn="l" defTabSz="914400" rtl="0" eaLnBrk="1" fontAlgn="auto" latinLnBrk="0" hangingPunct="1">
              <a:lnSpc>
                <a:spcPct val="90000"/>
              </a:lnSpc>
              <a:spcBef>
                <a:spcPts val="500"/>
              </a:spcBef>
              <a:spcAft>
                <a:spcPts val="0"/>
              </a:spcAft>
              <a:buClrTx/>
              <a:buSzTx/>
              <a:buFont typeface="Arial"/>
              <a:buChar char="•"/>
              <a:tabLst/>
              <a:defRPr/>
            </a:pPr>
            <a:r>
              <a:rPr kumimoji="0" lang="en-US" sz="1800" b="0" i="0" u="none" strike="noStrike" kern="1200" cap="none" spc="0" normalizeH="0" baseline="0" noProof="0" dirty="0">
                <a:ln>
                  <a:noFill/>
                </a:ln>
                <a:solidFill>
                  <a:srgbClr val="464846"/>
                </a:solidFill>
                <a:effectLst/>
                <a:uLnTx/>
                <a:uFillTx/>
                <a:latin typeface="Calibri" panose="020F0502020204030204"/>
                <a:ea typeface="+mn-ea"/>
                <a:cs typeface="+mn-cs"/>
              </a:rPr>
              <a:t>Fourth level</a:t>
            </a:r>
          </a:p>
          <a:p>
            <a:pPr marL="2057400" marR="0" lvl="4" indent="-228600" algn="l" defTabSz="914400" rtl="0" eaLnBrk="1" fontAlgn="auto" latinLnBrk="0" hangingPunct="1">
              <a:lnSpc>
                <a:spcPct val="90000"/>
              </a:lnSpc>
              <a:spcBef>
                <a:spcPts val="500"/>
              </a:spcBef>
              <a:spcAft>
                <a:spcPts val="0"/>
              </a:spcAft>
              <a:buClrTx/>
              <a:buSzTx/>
              <a:buFont typeface="Arial"/>
              <a:buChar char="•"/>
              <a:tabLst/>
              <a:defRPr/>
            </a:pPr>
            <a:r>
              <a:rPr kumimoji="0" lang="en-US" sz="1800" b="0" i="0" u="none" strike="noStrike" kern="1200" cap="none" spc="0" normalizeH="0" baseline="0" noProof="0" dirty="0">
                <a:ln>
                  <a:noFill/>
                </a:ln>
                <a:solidFill>
                  <a:srgbClr val="000000"/>
                </a:solidFill>
                <a:effectLst/>
                <a:uLnTx/>
                <a:uFillTx/>
                <a:latin typeface="Calibri" panose="020F0502020204030204"/>
                <a:ea typeface="+mn-ea"/>
                <a:cs typeface="+mn-cs"/>
              </a:rPr>
              <a:t>Fifth level</a:t>
            </a:r>
          </a:p>
        </p:txBody>
      </p:sp>
      <p:sp>
        <p:nvSpPr>
          <p:cNvPr id="5" name="Content Placeholder 6"/>
          <p:cNvSpPr>
            <a:spLocks noGrp="1"/>
          </p:cNvSpPr>
          <p:nvPr>
            <p:ph sz="quarter" idx="13" hasCustomPrompt="1"/>
          </p:nvPr>
        </p:nvSpPr>
        <p:spPr>
          <a:xfrm>
            <a:off x="609600" y="4378037"/>
            <a:ext cx="10972800" cy="1627909"/>
          </a:xfrm>
        </p:spPr>
        <p:txBody>
          <a:bodyPr>
            <a:normAutofit/>
          </a:bodyPr>
          <a:lstStyle>
            <a:lvl1pPr marL="0" indent="0">
              <a:buNone/>
              <a:defRPr sz="1600">
                <a:solidFill>
                  <a:schemeClr val="accent3"/>
                </a:solidFill>
              </a:defRPr>
            </a:lvl1pPr>
          </a:lstStyle>
          <a:p>
            <a:pPr lvl="0"/>
            <a:r>
              <a:rPr lang="en-US" dirty="0"/>
              <a:t>Caption</a:t>
            </a:r>
          </a:p>
        </p:txBody>
      </p:sp>
      <p:sp>
        <p:nvSpPr>
          <p:cNvPr id="6" name="Text Placeholder 5">
            <a:extLst>
              <a:ext uri="{FF2B5EF4-FFF2-40B4-BE49-F238E27FC236}">
                <a16:creationId xmlns:a16="http://schemas.microsoft.com/office/drawing/2014/main" id="{6E14F94F-1E52-2B42-BC75-C0C106E8BEC0}"/>
              </a:ext>
            </a:extLst>
          </p:cNvPr>
          <p:cNvSpPr>
            <a:spLocks noGrp="1"/>
          </p:cNvSpPr>
          <p:nvPr>
            <p:ph type="body" sz="quarter" idx="14" hasCustomPrompt="1"/>
          </p:nvPr>
        </p:nvSpPr>
        <p:spPr>
          <a:xfrm>
            <a:off x="838200" y="6271576"/>
            <a:ext cx="10515600" cy="442595"/>
          </a:xfrm>
        </p:spPr>
        <p:txBody>
          <a:bodyPr>
            <a:normAutofit/>
          </a:bodyPr>
          <a:lstStyle>
            <a:lvl1pPr marL="0" indent="0" algn="l">
              <a:buNone/>
              <a:defRPr sz="1200">
                <a:solidFill>
                  <a:schemeClr val="tx1"/>
                </a:solidFill>
              </a:defRPr>
            </a:lvl1pPr>
          </a:lstStyle>
          <a:p>
            <a:pPr algn="l"/>
            <a:r>
              <a:rPr lang="en-US" dirty="0"/>
              <a:t>This OpenStax ancillary resource is © Rice University under a CC BY 4.0 International license; it may be reproduced or modified but must be attributed to OpenStax, Rice University and any changes must be noted.</a:t>
            </a:r>
          </a:p>
        </p:txBody>
      </p:sp>
      <p:sp>
        <p:nvSpPr>
          <p:cNvPr id="3" name="Title 1">
            <a:extLst>
              <a:ext uri="{FF2B5EF4-FFF2-40B4-BE49-F238E27FC236}">
                <a16:creationId xmlns:a16="http://schemas.microsoft.com/office/drawing/2014/main" id="{75AFEFD2-D28D-C54F-70F8-461EEBE63A5A}"/>
              </a:ext>
            </a:extLst>
          </p:cNvPr>
          <p:cNvSpPr>
            <a:spLocks noGrp="1"/>
          </p:cNvSpPr>
          <p:nvPr>
            <p:ph type="title"/>
          </p:nvPr>
        </p:nvSpPr>
        <p:spPr>
          <a:xfrm>
            <a:off x="609600" y="238539"/>
            <a:ext cx="9052560" cy="586961"/>
          </a:xfrm>
          <a:prstGeom prst="rect">
            <a:avLst/>
          </a:prstGeom>
        </p:spPr>
        <p:txBody>
          <a:bodyPr/>
          <a:lstStyle>
            <a:lvl1pPr algn="l">
              <a:defRPr sz="2800">
                <a:solidFill>
                  <a:srgbClr val="70AD47"/>
                </a:solidFill>
              </a:defRPr>
            </a:lvl1pPr>
          </a:lstStyle>
          <a:p>
            <a:r>
              <a:rPr lang="en-US" dirty="0"/>
              <a:t>Click to edit Master title style</a:t>
            </a:r>
          </a:p>
        </p:txBody>
      </p:sp>
    </p:spTree>
    <p:extLst>
      <p:ext uri="{BB962C8B-B14F-4D97-AF65-F5344CB8AC3E}">
        <p14:creationId xmlns:p14="http://schemas.microsoft.com/office/powerpoint/2010/main" val="218831260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609600" y="274639"/>
            <a:ext cx="10972800" cy="1143000"/>
          </a:xfrm>
          <a:prstGeom prst="rect">
            <a:avLst/>
          </a:prstGeom>
        </p:spPr>
        <p:txBody>
          <a:bodyPr/>
          <a:lstStyle/>
          <a:p>
            <a:r>
              <a:rPr lang="en-US" dirty="0"/>
              <a:t>Click to edit Master title style</a:t>
            </a:r>
          </a:p>
        </p:txBody>
      </p:sp>
      <p:sp>
        <p:nvSpPr>
          <p:cNvPr id="3" name="Vertical Text Placeholder 2"/>
          <p:cNvSpPr>
            <a:spLocks noGrp="1"/>
          </p:cNvSpPr>
          <p:nvPr>
            <p:ph type="body" orient="vert" idx="1"/>
          </p:nvPr>
        </p:nvSpPr>
        <p:spPr/>
        <p:txBody>
          <a:bodyPr vert="eaVert"/>
          <a:lstStyle>
            <a:lvl1pPr>
              <a:defRPr sz="2800"/>
            </a:lvl1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Footer Placeholder 4"/>
          <p:cNvSpPr>
            <a:spLocks noGrp="1"/>
          </p:cNvSpPr>
          <p:nvPr>
            <p:ph type="ftr" sz="quarter" idx="11"/>
          </p:nvPr>
        </p:nvSpPr>
        <p:spPr/>
        <p:txBody>
          <a:bodyPr/>
          <a:lstStyle/>
          <a:p>
            <a:endParaRPr lang="en-US" dirty="0"/>
          </a:p>
        </p:txBody>
      </p:sp>
    </p:spTree>
    <p:extLst>
      <p:ext uri="{BB962C8B-B14F-4D97-AF65-F5344CB8AC3E}">
        <p14:creationId xmlns:p14="http://schemas.microsoft.com/office/powerpoint/2010/main" val="31391479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39"/>
            <a:ext cx="2743200" cy="5851525"/>
          </a:xfrm>
          <a:prstGeom prst="rect">
            <a:avLst/>
          </a:prstGeom>
        </p:spPr>
        <p:txBody>
          <a:bodyPr vert="eaVert"/>
          <a:lstStyle/>
          <a:p>
            <a:r>
              <a:rPr lang="en-US"/>
              <a:t>Click to edit Master title style</a:t>
            </a:r>
          </a:p>
        </p:txBody>
      </p:sp>
      <p:sp>
        <p:nvSpPr>
          <p:cNvPr id="3" name="Vertical Text Placeholder 2"/>
          <p:cNvSpPr>
            <a:spLocks noGrp="1"/>
          </p:cNvSpPr>
          <p:nvPr>
            <p:ph type="body" orient="vert" idx="1"/>
          </p:nvPr>
        </p:nvSpPr>
        <p:spPr>
          <a:xfrm>
            <a:off x="609600" y="274639"/>
            <a:ext cx="8026400" cy="5851525"/>
          </a:xfrm>
        </p:spPr>
        <p:txBody>
          <a:bodyPr vert="eaVert"/>
          <a:lstStyle>
            <a:lvl1pPr>
              <a:defRPr sz="2800"/>
            </a:lvl1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Footer Placeholder 4"/>
          <p:cNvSpPr>
            <a:spLocks noGrp="1"/>
          </p:cNvSpPr>
          <p:nvPr>
            <p:ph type="ftr" sz="quarter" idx="11"/>
          </p:nvPr>
        </p:nvSpPr>
        <p:spPr/>
        <p:txBody>
          <a:bodyPr/>
          <a:lstStyle/>
          <a:p>
            <a:endParaRPr lang="en-US" dirty="0"/>
          </a:p>
        </p:txBody>
      </p:sp>
    </p:spTree>
    <p:extLst>
      <p:ext uri="{BB962C8B-B14F-4D97-AF65-F5344CB8AC3E}">
        <p14:creationId xmlns:p14="http://schemas.microsoft.com/office/powerpoint/2010/main" val="258152904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jp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4">
            <a:lum/>
          </a:blip>
          <a:srcRect/>
          <a:stretch>
            <a:fillRect/>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600" y="238539"/>
            <a:ext cx="10972800" cy="586961"/>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p:cNvSpPr>
            <a:spLocks noGrp="1"/>
          </p:cNvSpPr>
          <p:nvPr>
            <p:ph type="body" idx="1"/>
          </p:nvPr>
        </p:nvSpPr>
        <p:spPr>
          <a:xfrm>
            <a:off x="609600" y="927101"/>
            <a:ext cx="10972800" cy="5199064"/>
          </a:xfrm>
          <a:prstGeom prst="rect">
            <a:avLst/>
          </a:prstGeom>
        </p:spPr>
        <p:txBody>
          <a:bodyPr vert="horz" lIns="91440" tIns="45720" rIns="91440" bIns="45720" rtlCol="0">
            <a:normAutofit/>
          </a:bodyPr>
          <a:lstStyle/>
          <a:p>
            <a:pPr marL="228600" marR="0" lvl="0" indent="-228600" algn="l" defTabSz="914400" rtl="0" eaLnBrk="1" fontAlgn="auto" latinLnBrk="0" hangingPunct="1">
              <a:lnSpc>
                <a:spcPct val="90000"/>
              </a:lnSpc>
              <a:spcBef>
                <a:spcPts val="1000"/>
              </a:spcBef>
              <a:spcAft>
                <a:spcPts val="0"/>
              </a:spcAft>
              <a:buClrTx/>
              <a:buSzTx/>
              <a:buFont typeface="Arial"/>
              <a:buChar char="•"/>
              <a:tabLst/>
              <a:defRPr/>
            </a:pPr>
            <a:r>
              <a:rPr kumimoji="0" lang="en-US" sz="2800" b="0" i="0" u="none" strike="noStrike" kern="1200" cap="none" spc="0" normalizeH="0" baseline="0" noProof="0" dirty="0">
                <a:ln>
                  <a:noFill/>
                </a:ln>
                <a:solidFill>
                  <a:srgbClr val="464846"/>
                </a:solidFill>
                <a:effectLst/>
                <a:uLnTx/>
                <a:uFillTx/>
                <a:latin typeface="Calibri" panose="020F0502020204030204"/>
                <a:ea typeface="+mn-ea"/>
                <a:cs typeface="+mn-cs"/>
              </a:rPr>
              <a:t>Click to edit Master text styles</a:t>
            </a:r>
          </a:p>
          <a:p>
            <a:pPr marL="685800" marR="0" lvl="1" indent="-228600" algn="l" defTabSz="914400" rtl="0" eaLnBrk="1" fontAlgn="auto" latinLnBrk="0" hangingPunct="1">
              <a:lnSpc>
                <a:spcPct val="90000"/>
              </a:lnSpc>
              <a:spcBef>
                <a:spcPts val="500"/>
              </a:spcBef>
              <a:spcAft>
                <a:spcPts val="0"/>
              </a:spcAft>
              <a:buClrTx/>
              <a:buSzTx/>
              <a:buFont typeface="Arial"/>
              <a:buChar char="•"/>
              <a:tabLst/>
              <a:defRPr/>
            </a:pPr>
            <a:r>
              <a:rPr kumimoji="0" lang="en-US" sz="2400" b="0" i="0" u="none" strike="noStrike" kern="1200" cap="none" spc="0" normalizeH="0" baseline="0" noProof="0" dirty="0">
                <a:ln>
                  <a:noFill/>
                </a:ln>
                <a:solidFill>
                  <a:srgbClr val="1B1E3F"/>
                </a:solidFill>
                <a:effectLst/>
                <a:uLnTx/>
                <a:uFillTx/>
                <a:latin typeface="Calibri" panose="020F0502020204030204"/>
                <a:ea typeface="+mn-ea"/>
                <a:cs typeface="+mn-cs"/>
              </a:rPr>
              <a:t>Second level</a:t>
            </a:r>
          </a:p>
          <a:p>
            <a:pPr marL="1143000" marR="0" lvl="2" indent="-228600" algn="l" defTabSz="914400" rtl="0" eaLnBrk="1" fontAlgn="auto" latinLnBrk="0" hangingPunct="1">
              <a:lnSpc>
                <a:spcPct val="90000"/>
              </a:lnSpc>
              <a:spcBef>
                <a:spcPts val="500"/>
              </a:spcBef>
              <a:spcAft>
                <a:spcPts val="0"/>
              </a:spcAft>
              <a:buClrTx/>
              <a:buSzTx/>
              <a:buFont typeface="Arial"/>
              <a:buChar char="•"/>
              <a:tabLst/>
              <a:defRPr/>
            </a:pPr>
            <a:r>
              <a:rPr kumimoji="0" lang="en-US" sz="2000" b="0" i="0" u="none" strike="noStrike" kern="1200" cap="none" spc="0" normalizeH="0" baseline="0" noProof="0" dirty="0">
                <a:ln>
                  <a:noFill/>
                </a:ln>
                <a:solidFill>
                  <a:srgbClr val="DB5935"/>
                </a:solidFill>
                <a:effectLst/>
                <a:uLnTx/>
                <a:uFillTx/>
                <a:latin typeface="Calibri" panose="020F0502020204030204"/>
                <a:ea typeface="+mn-ea"/>
                <a:cs typeface="+mn-cs"/>
              </a:rPr>
              <a:t>Third level</a:t>
            </a:r>
          </a:p>
          <a:p>
            <a:pPr marL="1600200" marR="0" lvl="3" indent="-228600" algn="l" defTabSz="914400" rtl="0" eaLnBrk="1" fontAlgn="auto" latinLnBrk="0" hangingPunct="1">
              <a:lnSpc>
                <a:spcPct val="90000"/>
              </a:lnSpc>
              <a:spcBef>
                <a:spcPts val="500"/>
              </a:spcBef>
              <a:spcAft>
                <a:spcPts val="0"/>
              </a:spcAft>
              <a:buClrTx/>
              <a:buSzTx/>
              <a:buFont typeface="Arial"/>
              <a:buChar char="•"/>
              <a:tabLst/>
              <a:defRPr/>
            </a:pPr>
            <a:r>
              <a:rPr kumimoji="0" lang="en-US" sz="1800" b="0" i="0" u="none" strike="noStrike" kern="1200" cap="none" spc="0" normalizeH="0" baseline="0" noProof="0" dirty="0">
                <a:ln>
                  <a:noFill/>
                </a:ln>
                <a:solidFill>
                  <a:srgbClr val="464846"/>
                </a:solidFill>
                <a:effectLst/>
                <a:uLnTx/>
                <a:uFillTx/>
                <a:latin typeface="Calibri" panose="020F0502020204030204"/>
                <a:ea typeface="+mn-ea"/>
                <a:cs typeface="+mn-cs"/>
              </a:rPr>
              <a:t>Fourth level</a:t>
            </a:r>
          </a:p>
          <a:p>
            <a:pPr marL="2057400" marR="0" lvl="4" indent="-228600" algn="l" defTabSz="914400" rtl="0" eaLnBrk="1" fontAlgn="auto" latinLnBrk="0" hangingPunct="1">
              <a:lnSpc>
                <a:spcPct val="90000"/>
              </a:lnSpc>
              <a:spcBef>
                <a:spcPts val="500"/>
              </a:spcBef>
              <a:spcAft>
                <a:spcPts val="0"/>
              </a:spcAft>
              <a:buClrTx/>
              <a:buSzTx/>
              <a:buFont typeface="Arial"/>
              <a:buChar char="•"/>
              <a:tabLst/>
              <a:defRPr/>
            </a:pPr>
            <a:r>
              <a:rPr kumimoji="0" lang="en-US" sz="1800" b="0" i="0" u="none" strike="noStrike" kern="1200" cap="none" spc="0" normalizeH="0" baseline="0" noProof="0" dirty="0">
                <a:ln>
                  <a:noFill/>
                </a:ln>
                <a:solidFill>
                  <a:srgbClr val="000000"/>
                </a:solidFill>
                <a:effectLst/>
                <a:uLnTx/>
                <a:uFillTx/>
                <a:latin typeface="Calibri" panose="020F0502020204030204"/>
                <a:ea typeface="+mn-ea"/>
                <a:cs typeface="+mn-cs"/>
              </a:rPr>
              <a:t>Fifth level</a:t>
            </a:r>
          </a:p>
        </p:txBody>
      </p:sp>
      <p:sp>
        <p:nvSpPr>
          <p:cNvPr id="5" name="Footer Placeholder 4"/>
          <p:cNvSpPr>
            <a:spLocks noGrp="1"/>
          </p:cNvSpPr>
          <p:nvPr>
            <p:ph type="ftr" sz="quarter" idx="3"/>
          </p:nvPr>
        </p:nvSpPr>
        <p:spPr>
          <a:xfrm>
            <a:off x="609600" y="6356351"/>
            <a:ext cx="10972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p>
        </p:txBody>
      </p:sp>
    </p:spTree>
    <p:extLst>
      <p:ext uri="{BB962C8B-B14F-4D97-AF65-F5344CB8AC3E}">
        <p14:creationId xmlns:p14="http://schemas.microsoft.com/office/powerpoint/2010/main" val="367620087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60" r:id="rId10"/>
    <p:sldLayoutId id="2147483658" r:id="rId11"/>
    <p:sldLayoutId id="2147483659" r:id="rId12"/>
  </p:sldLayoutIdLst>
  <p:hf sldNum="0" hdr="0" ftr="0"/>
  <p:txStyles>
    <p:titleStyle>
      <a:lvl1pPr algn="l" defTabSz="457189" rtl="0" eaLnBrk="1" latinLnBrk="0" hangingPunct="1">
        <a:spcBef>
          <a:spcPct val="0"/>
        </a:spcBef>
        <a:buNone/>
        <a:defRPr sz="2800" kern="1200">
          <a:solidFill>
            <a:schemeClr val="tx1"/>
          </a:solidFill>
          <a:latin typeface="+mj-lt"/>
          <a:ea typeface="+mj-ea"/>
          <a:cs typeface="+mj-cs"/>
        </a:defRPr>
      </a:lvl1pPr>
    </p:titleStyle>
    <p:bodyStyle>
      <a:lvl1pPr marL="457200" indent="-228600" algn="l" defTabSz="457189" rtl="0" eaLnBrk="1" latinLnBrk="0" hangingPunct="1">
        <a:spcBef>
          <a:spcPts val="0"/>
        </a:spcBef>
        <a:buFont typeface="Arial" panose="020B0604020202020204" pitchFamily="34" charset="0"/>
        <a:buChar char="•"/>
        <a:defRPr sz="3200" kern="1200">
          <a:solidFill>
            <a:schemeClr val="tx1"/>
          </a:solidFill>
          <a:latin typeface="+mn-lt"/>
          <a:ea typeface="+mn-ea"/>
          <a:cs typeface="+mn-cs"/>
        </a:defRPr>
      </a:lvl1pPr>
      <a:lvl2pPr marL="685800" indent="-228600" algn="l" defTabSz="457189"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457189"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457189"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457189"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743131" indent="-457189" algn="l" defTabSz="457189" rtl="0" eaLnBrk="1" latinLnBrk="0" hangingPunct="1">
        <a:spcBef>
          <a:spcPct val="20000"/>
        </a:spcBef>
        <a:buFont typeface="Arial"/>
        <a:buChar char="•"/>
        <a:defRPr sz="2000" kern="1200">
          <a:solidFill>
            <a:schemeClr val="tx1"/>
          </a:solidFill>
          <a:latin typeface="+mn-lt"/>
          <a:ea typeface="+mn-ea"/>
          <a:cs typeface="+mn-cs"/>
        </a:defRPr>
      </a:lvl6pPr>
      <a:lvl7pPr marL="3200320" indent="-457189" algn="l" defTabSz="457189" rtl="0" eaLnBrk="1" latinLnBrk="0" hangingPunct="1">
        <a:spcBef>
          <a:spcPct val="20000"/>
        </a:spcBef>
        <a:buFont typeface="Arial"/>
        <a:buChar char="•"/>
        <a:defRPr sz="2000" kern="1200">
          <a:solidFill>
            <a:schemeClr val="tx1"/>
          </a:solidFill>
          <a:latin typeface="+mn-lt"/>
          <a:ea typeface="+mn-ea"/>
          <a:cs typeface="+mn-cs"/>
        </a:defRPr>
      </a:lvl7pPr>
      <a:lvl8pPr marL="3657509" indent="-457189" algn="l" defTabSz="457189" rtl="0" eaLnBrk="1" latinLnBrk="0" hangingPunct="1">
        <a:spcBef>
          <a:spcPct val="20000"/>
        </a:spcBef>
        <a:buFont typeface="Arial"/>
        <a:buChar char="•"/>
        <a:defRPr sz="2000" kern="1200">
          <a:solidFill>
            <a:schemeClr val="tx1"/>
          </a:solidFill>
          <a:latin typeface="+mn-lt"/>
          <a:ea typeface="+mn-ea"/>
          <a:cs typeface="+mn-cs"/>
        </a:defRPr>
      </a:lvl8pPr>
      <a:lvl9pPr marL="4114697" indent="-457189" algn="l" defTabSz="457189"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189" rtl="0" eaLnBrk="1" latinLnBrk="0" hangingPunct="1">
        <a:defRPr sz="1800" kern="1200">
          <a:solidFill>
            <a:schemeClr val="tx1"/>
          </a:solidFill>
          <a:latin typeface="+mn-lt"/>
          <a:ea typeface="+mn-ea"/>
          <a:cs typeface="+mn-cs"/>
        </a:defRPr>
      </a:lvl1pPr>
      <a:lvl2pPr marL="457189" algn="l" defTabSz="457189" rtl="0" eaLnBrk="1" latinLnBrk="0" hangingPunct="1">
        <a:defRPr sz="1800" kern="1200">
          <a:solidFill>
            <a:schemeClr val="tx1"/>
          </a:solidFill>
          <a:latin typeface="+mn-lt"/>
          <a:ea typeface="+mn-ea"/>
          <a:cs typeface="+mn-cs"/>
        </a:defRPr>
      </a:lvl2pPr>
      <a:lvl3pPr marL="914377" algn="l" defTabSz="457189" rtl="0" eaLnBrk="1" latinLnBrk="0" hangingPunct="1">
        <a:defRPr sz="1800" kern="1200">
          <a:solidFill>
            <a:schemeClr val="tx1"/>
          </a:solidFill>
          <a:latin typeface="+mn-lt"/>
          <a:ea typeface="+mn-ea"/>
          <a:cs typeface="+mn-cs"/>
        </a:defRPr>
      </a:lvl3pPr>
      <a:lvl4pPr marL="1371566" algn="l" defTabSz="457189" rtl="0" eaLnBrk="1" latinLnBrk="0" hangingPunct="1">
        <a:defRPr sz="1800" kern="1200">
          <a:solidFill>
            <a:schemeClr val="tx1"/>
          </a:solidFill>
          <a:latin typeface="+mn-lt"/>
          <a:ea typeface="+mn-ea"/>
          <a:cs typeface="+mn-cs"/>
        </a:defRPr>
      </a:lvl4pPr>
      <a:lvl5pPr marL="1828754" algn="l" defTabSz="457189" rtl="0" eaLnBrk="1" latinLnBrk="0" hangingPunct="1">
        <a:defRPr sz="1800" kern="1200">
          <a:solidFill>
            <a:schemeClr val="tx1"/>
          </a:solidFill>
          <a:latin typeface="+mn-lt"/>
          <a:ea typeface="+mn-ea"/>
          <a:cs typeface="+mn-cs"/>
        </a:defRPr>
      </a:lvl5pPr>
      <a:lvl6pPr marL="2285943" algn="l" defTabSz="457189" rtl="0" eaLnBrk="1" latinLnBrk="0" hangingPunct="1">
        <a:defRPr sz="1800" kern="1200">
          <a:solidFill>
            <a:schemeClr val="tx1"/>
          </a:solidFill>
          <a:latin typeface="+mn-lt"/>
          <a:ea typeface="+mn-ea"/>
          <a:cs typeface="+mn-cs"/>
        </a:defRPr>
      </a:lvl6pPr>
      <a:lvl7pPr marL="2743131" algn="l" defTabSz="457189" rtl="0" eaLnBrk="1" latinLnBrk="0" hangingPunct="1">
        <a:defRPr sz="1800" kern="1200">
          <a:solidFill>
            <a:schemeClr val="tx1"/>
          </a:solidFill>
          <a:latin typeface="+mn-lt"/>
          <a:ea typeface="+mn-ea"/>
          <a:cs typeface="+mn-cs"/>
        </a:defRPr>
      </a:lvl7pPr>
      <a:lvl8pPr marL="3200320" algn="l" defTabSz="457189" rtl="0" eaLnBrk="1" latinLnBrk="0" hangingPunct="1">
        <a:defRPr sz="1800" kern="1200">
          <a:solidFill>
            <a:schemeClr val="tx1"/>
          </a:solidFill>
          <a:latin typeface="+mn-lt"/>
          <a:ea typeface="+mn-ea"/>
          <a:cs typeface="+mn-cs"/>
        </a:defRPr>
      </a:lvl8pPr>
      <a:lvl9pPr marL="3657509" algn="l" defTabSz="457189"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8.jp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9.jp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0.jp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1.jp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2.jp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3.jp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4.jp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914400" y="484188"/>
            <a:ext cx="10363200" cy="1470025"/>
          </a:xfrm>
          <a:prstGeom prst="rect">
            <a:avLst/>
          </a:prstGeom>
        </p:spPr>
        <p:txBody>
          <a:bodyPr/>
          <a:lstStyle/>
          <a:p>
            <a:pPr marL="0" lvl="0" indent="0">
              <a:buNone/>
            </a:pPr>
            <a:r>
              <a:t>Physics</a:t>
            </a:r>
          </a:p>
        </p:txBody>
      </p:sp>
      <p:sp>
        <p:nvSpPr>
          <p:cNvPr id="3" name="Subtitle 2"/>
          <p:cNvSpPr>
            <a:spLocks noGrp="1"/>
          </p:cNvSpPr>
          <p:nvPr>
            <p:ph type="subTitle" idx="1"/>
          </p:nvPr>
        </p:nvSpPr>
        <p:spPr>
          <a:xfrm>
            <a:off x="1828800" y="2072269"/>
            <a:ext cx="8534400" cy="1752600"/>
          </a:xfrm>
        </p:spPr>
        <p:txBody>
          <a:bodyPr>
            <a:normAutofit lnSpcReduction="10000"/>
          </a:bodyPr>
          <a:lstStyle/>
          <a:p>
            <a:pPr marL="0" lvl="0" indent="0">
              <a:buNone/>
            </a:pPr>
            <a:r>
              <a:t>Chapter 3 Acceleration</a:t>
            </a:r>
            <a:br/>
            <a:br/>
            <a:endParaRPr/>
          </a:p>
        </p:txBody>
      </p:sp>
      <p:pic>
        <p:nvPicPr>
          <p:cNvPr id="4" name="Cover Image" descr="Cover image"/>
          <p:cNvPicPr>
            <a:picLocks noChangeAspect="1"/>
          </p:cNvPicPr>
          <p:nvPr/>
        </p:nvPicPr>
        <p:blipFill>
          <a:blip r:embed="rId2"/>
          <a:stretch>
            <a:fillRect/>
          </a:stretch>
        </p:blipFill>
        <p:spPr>
          <a:xfrm>
            <a:off x="4859482" y="3298371"/>
            <a:ext cx="2473036" cy="32004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238539"/>
            <a:ext cx="9052560" cy="586961"/>
          </a:xfrm>
          <a:prstGeom prst="rect">
            <a:avLst/>
          </a:prstGeom>
        </p:spPr>
        <p:txBody>
          <a:bodyPr/>
          <a:lstStyle/>
          <a:p>
            <a:pPr marL="0" lvl="0" indent="0">
              <a:buNone/>
            </a:pPr>
            <a:r>
              <a:t>Chapter outline</a:t>
            </a:r>
          </a:p>
        </p:txBody>
      </p:sp>
      <p:sp>
        <p:nvSpPr>
          <p:cNvPr id="3" name="Content Placeholder 2"/>
          <p:cNvSpPr>
            <a:spLocks noGrp="1"/>
          </p:cNvSpPr>
          <p:nvPr>
            <p:ph idx="1"/>
          </p:nvPr>
        </p:nvSpPr>
        <p:spPr/>
        <p:txBody>
          <a:bodyPr/>
          <a:lstStyle/>
          <a:p>
            <a:pPr marL="457189" lvl="0" indent="-457189">
              <a:buAutoNum type="arabicPeriod"/>
            </a:pPr>
            <a:r>
              <a:t>Acceleration</a:t>
            </a:r>
          </a:p>
          <a:p>
            <a:pPr marL="457189" lvl="0" indent="-457189">
              <a:buAutoNum type="arabicPeriod"/>
            </a:pPr>
            <a:r>
              <a:t>Representing Acceleration with Equations and Graphs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238539"/>
            <a:ext cx="9052560" cy="586961"/>
          </a:xfrm>
          <a:prstGeom prst="rect">
            <a:avLst/>
          </a:prstGeom>
        </p:spPr>
        <p:txBody>
          <a:bodyPr/>
          <a:lstStyle/>
          <a:p>
            <a:pPr marL="0" lvl="0" indent="0">
              <a:buNone/>
            </a:pPr>
            <a:r>
              <a:t>Figure 3.1</a:t>
            </a:r>
          </a:p>
        </p:txBody>
      </p:sp>
      <p:pic>
        <p:nvPicPr>
          <p:cNvPr id="3" name="Picture 1" descr="An airplane is flying over a beach area in St. Maarten as it comes in for a landing at the airport. The airplane's acceleration is in the opposite direction of its velocity."/>
          <p:cNvPicPr>
            <a:picLocks noGrp="1" noChangeAspect="1"/>
          </p:cNvPicPr>
          <p:nvPr/>
        </p:nvPicPr>
        <p:blipFill>
          <a:blip r:embed="rId3"/>
          <a:stretch>
            <a:fillRect/>
          </a:stretch>
        </p:blipFill>
        <p:spPr bwMode="auto">
          <a:xfrm>
            <a:off x="1041400" y="952500"/>
            <a:ext cx="10096500" cy="4660900"/>
          </a:xfrm>
          <a:prstGeom prst="rect">
            <a:avLst/>
          </a:prstGeom>
          <a:noFill/>
          <a:ln w="9525">
            <a:noFill/>
            <a:headEnd/>
            <a:tailEnd/>
          </a:ln>
        </p:spPr>
      </p:pic>
      <p:sp>
        <p:nvSpPr>
          <p:cNvPr id="4" name="TextBox 3"/>
          <p:cNvSpPr txBox="1"/>
          <p:nvPr/>
        </p:nvSpPr>
        <p:spPr>
          <a:xfrm>
            <a:off x="609600" y="5613400"/>
            <a:ext cx="10972800" cy="508000"/>
          </a:xfrm>
          <a:prstGeom prst="rect">
            <a:avLst/>
          </a:prstGeom>
          <a:noFill/>
        </p:spPr>
        <p:txBody>
          <a:bodyPr/>
          <a:lstStyle/>
          <a:p>
            <a:pPr marL="0" lvl="0" indent="0" algn="ctr">
              <a:buNone/>
              <a:defRPr sz="1200"/>
            </a:pPr>
            <a:r>
              <a:t>A plane slows down as it comes in for landing in St. Maarten. Its acceleration is in the opposite direction of its velocity. (Steve Conry, Flickr)</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238539"/>
            <a:ext cx="9052560" cy="586961"/>
          </a:xfrm>
          <a:prstGeom prst="rect">
            <a:avLst/>
          </a:prstGeom>
        </p:spPr>
        <p:txBody>
          <a:bodyPr/>
          <a:lstStyle/>
          <a:p>
            <a:pPr marL="0" lvl="0" indent="0">
              <a:buNone/>
            </a:pPr>
            <a:r>
              <a:t>Figure 3.2</a:t>
            </a:r>
          </a:p>
        </p:txBody>
      </p:sp>
      <p:pic>
        <p:nvPicPr>
          <p:cNvPr id="3" name="Picture 1" descr="Two similar cars are shown. The first car is speeding up as indicated by a velocity vector and an acceleration vector pointing to the right. The second car is slowing down as indicated by a velocity vector pointing to the right and an acceleration vector pointing to the left. Unlabeled x and y-axes are shown for reference."/>
          <p:cNvPicPr>
            <a:picLocks noGrp="1" noChangeAspect="1"/>
          </p:cNvPicPr>
          <p:nvPr/>
        </p:nvPicPr>
        <p:blipFill>
          <a:blip r:embed="rId3"/>
          <a:stretch>
            <a:fillRect/>
          </a:stretch>
        </p:blipFill>
        <p:spPr bwMode="auto">
          <a:xfrm>
            <a:off x="3175000" y="952500"/>
            <a:ext cx="5829300" cy="4660900"/>
          </a:xfrm>
          <a:prstGeom prst="rect">
            <a:avLst/>
          </a:prstGeom>
          <a:noFill/>
          <a:ln w="9525">
            <a:noFill/>
            <a:headEnd/>
            <a:tailEnd/>
          </a:ln>
        </p:spPr>
      </p:pic>
      <p:sp>
        <p:nvSpPr>
          <p:cNvPr id="4" name="TextBox 3"/>
          <p:cNvSpPr txBox="1"/>
          <p:nvPr/>
        </p:nvSpPr>
        <p:spPr>
          <a:xfrm>
            <a:off x="609600" y="5613400"/>
            <a:ext cx="10972800" cy="508000"/>
          </a:xfrm>
          <a:prstGeom prst="rect">
            <a:avLst/>
          </a:prstGeom>
          <a:noFill/>
        </p:spPr>
        <p:txBody>
          <a:bodyPr/>
          <a:lstStyle/>
          <a:p>
            <a:pPr marL="0" lvl="0" indent="0" algn="ctr">
              <a:buNone/>
              <a:defRPr sz="1200"/>
            </a:pPr>
            <a:r>
              <a:t>The car is speeding up in (a) and slowing down in (b).</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238539"/>
            <a:ext cx="9052560" cy="586961"/>
          </a:xfrm>
          <a:prstGeom prst="rect">
            <a:avLst/>
          </a:prstGeom>
        </p:spPr>
        <p:txBody>
          <a:bodyPr/>
          <a:lstStyle/>
          <a:p>
            <a:pPr marL="0" lvl="0" indent="0">
              <a:buNone/>
            </a:pPr>
            <a:r>
              <a:t>Figure 3.3</a:t>
            </a:r>
          </a:p>
        </p:txBody>
      </p:sp>
      <p:pic>
        <p:nvPicPr>
          <p:cNvPr id="3" name="Picture 1" descr="no alt text"/>
          <p:cNvPicPr>
            <a:picLocks noGrp="1" noChangeAspect="1"/>
          </p:cNvPicPr>
          <p:nvPr/>
        </p:nvPicPr>
        <p:blipFill>
          <a:blip r:embed="rId3"/>
          <a:stretch>
            <a:fillRect/>
          </a:stretch>
        </p:blipFill>
        <p:spPr bwMode="auto">
          <a:xfrm>
            <a:off x="3175000" y="952500"/>
            <a:ext cx="5829300" cy="4660900"/>
          </a:xfrm>
          <a:prstGeom prst="rect">
            <a:avLst/>
          </a:prstGeom>
          <a:noFill/>
          <a:ln w="9525">
            <a:noFill/>
            <a:headEnd/>
            <a:tailEnd/>
          </a:ln>
        </p:spPr>
      </p:pic>
      <p:sp>
        <p:nvSpPr>
          <p:cNvPr id="4" name="TextBox 3"/>
          <p:cNvSpPr txBox="1"/>
          <p:nvPr/>
        </p:nvSpPr>
        <p:spPr>
          <a:xfrm>
            <a:off x="609600" y="5613400"/>
            <a:ext cx="10972800" cy="508000"/>
          </a:xfrm>
          <a:prstGeom prst="rect">
            <a:avLst/>
          </a:prstGeom>
          <a:noFill/>
        </p:spPr>
        <p:txBody>
          <a:bodyPr/>
          <a:lstStyle/>
          <a:p>
            <a:pPr marL="0" lvl="0" indent="0" algn="ctr">
              <a:buNone/>
              <a:defRPr sz="1200"/>
            </a:pPr>
            <a:r>
              <a:t>no alt text</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238539"/>
            <a:ext cx="9052560" cy="586961"/>
          </a:xfrm>
          <a:prstGeom prst="rect">
            <a:avLst/>
          </a:prstGeom>
        </p:spPr>
        <p:txBody>
          <a:bodyPr/>
          <a:lstStyle/>
          <a:p>
            <a:pPr marL="0" lvl="0" indent="0">
              <a:buNone/>
            </a:pPr>
            <a:r>
              <a:t>Figure 3.4</a:t>
            </a:r>
          </a:p>
        </p:txBody>
      </p:sp>
      <p:pic>
        <p:nvPicPr>
          <p:cNvPr id="3" name="Picture 1" descr="A velocity vector and an acceleration vector are shown. The original velocity is zero kilometers per hour, and the final velocity is thirty kilometers per hour. The acceleration is unknown. Both vectors are pointing to the right, and the velocity vector is longer than the acceleration vector. Unlabeled x and y-axes are shown reference."/>
          <p:cNvPicPr>
            <a:picLocks noGrp="1" noChangeAspect="1"/>
          </p:cNvPicPr>
          <p:nvPr/>
        </p:nvPicPr>
        <p:blipFill>
          <a:blip r:embed="rId3"/>
          <a:stretch>
            <a:fillRect/>
          </a:stretch>
        </p:blipFill>
        <p:spPr bwMode="auto">
          <a:xfrm>
            <a:off x="901700" y="952500"/>
            <a:ext cx="10388600" cy="4660900"/>
          </a:xfrm>
          <a:prstGeom prst="rect">
            <a:avLst/>
          </a:prstGeom>
          <a:noFill/>
          <a:ln w="9525">
            <a:noFill/>
            <a:headEnd/>
            <a:tailEnd/>
          </a:ln>
        </p:spPr>
      </p:pic>
      <p:sp>
        <p:nvSpPr>
          <p:cNvPr id="4" name="TextBox 3"/>
          <p:cNvSpPr txBox="1"/>
          <p:nvPr/>
        </p:nvSpPr>
        <p:spPr>
          <a:xfrm>
            <a:off x="609600" y="5613400"/>
            <a:ext cx="10972800" cy="508000"/>
          </a:xfrm>
          <a:prstGeom prst="rect">
            <a:avLst/>
          </a:prstGeom>
          <a:noFill/>
        </p:spPr>
        <p:txBody>
          <a:bodyPr/>
          <a:lstStyle/>
          <a:p>
            <a:pPr marL="0" lvl="0" indent="0" algn="ctr">
              <a:buNone/>
              <a:defRPr sz="1200"/>
            </a:pPr>
            <a:r>
              <a:t>A velocity vector and an acceleration vector are shown. The original velocity is zero kilometers per hour, and the final velocity is thirty kilometers per hour. The acceleration is unknown. Both vectors are pointing to the right, and the velocity vector is longer than the acceleration vector. Unlabeled x and y-axes are shown reference.</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238539"/>
            <a:ext cx="9052560" cy="586961"/>
          </a:xfrm>
          <a:prstGeom prst="rect">
            <a:avLst/>
          </a:prstGeom>
        </p:spPr>
        <p:txBody>
          <a:bodyPr/>
          <a:lstStyle/>
          <a:p>
            <a:pPr marL="0" lvl="0" indent="0">
              <a:buNone/>
            </a:pPr>
            <a:r>
              <a:t>Figure 3.5</a:t>
            </a:r>
          </a:p>
        </p:txBody>
      </p:sp>
      <p:pic>
        <p:nvPicPr>
          <p:cNvPr id="3" name="Picture 1" descr="A velocity vector and an acceleration vector are shown. The original velocity is thirty kilometers per hour, and the final velocity is zero kilometers per hour. The acceleration is unknown. The velocity vector is longer than the acceleration vector and is pointing to the right. The acceleration vector is pointing to the left. Unlabeled x and y-axes are shown reference."/>
          <p:cNvPicPr>
            <a:picLocks noGrp="1" noChangeAspect="1"/>
          </p:cNvPicPr>
          <p:nvPr/>
        </p:nvPicPr>
        <p:blipFill>
          <a:blip r:embed="rId3"/>
          <a:stretch>
            <a:fillRect/>
          </a:stretch>
        </p:blipFill>
        <p:spPr bwMode="auto">
          <a:xfrm>
            <a:off x="685800" y="952500"/>
            <a:ext cx="10833100" cy="4660900"/>
          </a:xfrm>
          <a:prstGeom prst="rect">
            <a:avLst/>
          </a:prstGeom>
          <a:noFill/>
          <a:ln w="9525">
            <a:noFill/>
            <a:headEnd/>
            <a:tailEnd/>
          </a:ln>
        </p:spPr>
      </p:pic>
      <p:sp>
        <p:nvSpPr>
          <p:cNvPr id="4" name="TextBox 3"/>
          <p:cNvSpPr txBox="1"/>
          <p:nvPr/>
        </p:nvSpPr>
        <p:spPr>
          <a:xfrm>
            <a:off x="609600" y="5613400"/>
            <a:ext cx="10972800" cy="508000"/>
          </a:xfrm>
          <a:prstGeom prst="rect">
            <a:avLst/>
          </a:prstGeom>
          <a:noFill/>
        </p:spPr>
        <p:txBody>
          <a:bodyPr/>
          <a:lstStyle/>
          <a:p>
            <a:pPr marL="0" lvl="0" indent="0" algn="ctr">
              <a:buNone/>
              <a:defRPr sz="1200"/>
            </a:pPr>
            <a:r>
              <a:t>A velocity vector and an acceleration vector are shown. The original velocity is thirty kilometers per hour, and the final velocity is zero kilometers per hour. The acceleration is unknown. The velocity vector is longer than the acceleration vector and is pointing to the right. The acceleration vector is pointing to the left. Unlabeled x and y-axes are shown reference.</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238539"/>
            <a:ext cx="9052560" cy="586961"/>
          </a:xfrm>
          <a:prstGeom prst="rect">
            <a:avLst/>
          </a:prstGeom>
        </p:spPr>
        <p:txBody>
          <a:bodyPr/>
          <a:lstStyle/>
          <a:p>
            <a:pPr marL="0" lvl="0" indent="0">
              <a:buNone/>
            </a:pPr>
            <a:r>
              <a:t>Figure 3.6</a:t>
            </a:r>
          </a:p>
        </p:txBody>
      </p:sp>
      <p:pic>
        <p:nvPicPr>
          <p:cNvPr id="3" name="Picture 1" descr=" A line graph is shown. The x-axis is labeled time and includes a directional arrow pointing to the right. The y-axis is labeled displacement and includes a directional arrow pointing upward. The graphed line shows a directly proportional relationship between time and displacement."/>
          <p:cNvPicPr>
            <a:picLocks noGrp="1" noChangeAspect="1"/>
          </p:cNvPicPr>
          <p:nvPr/>
        </p:nvPicPr>
        <p:blipFill>
          <a:blip r:embed="rId3"/>
          <a:stretch>
            <a:fillRect/>
          </a:stretch>
        </p:blipFill>
        <p:spPr bwMode="auto">
          <a:xfrm>
            <a:off x="3721100" y="952500"/>
            <a:ext cx="4749800" cy="4660900"/>
          </a:xfrm>
          <a:prstGeom prst="rect">
            <a:avLst/>
          </a:prstGeom>
          <a:noFill/>
          <a:ln w="9525">
            <a:noFill/>
            <a:headEnd/>
            <a:tailEnd/>
          </a:ln>
        </p:spPr>
      </p:pic>
      <p:sp>
        <p:nvSpPr>
          <p:cNvPr id="4" name="TextBox 3"/>
          <p:cNvSpPr txBox="1"/>
          <p:nvPr/>
        </p:nvSpPr>
        <p:spPr>
          <a:xfrm>
            <a:off x="609600" y="5613400"/>
            <a:ext cx="10972800" cy="508000"/>
          </a:xfrm>
          <a:prstGeom prst="rect">
            <a:avLst/>
          </a:prstGeom>
          <a:noFill/>
        </p:spPr>
        <p:txBody>
          <a:bodyPr/>
          <a:lstStyle/>
          <a:p>
            <a:pPr marL="0" lvl="0" indent="0" algn="ctr">
              <a:buNone/>
              <a:defRPr sz="1200"/>
            </a:pPr>
            <a:r>
              <a:t>The slope of displacement versus time is velocity.</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238539"/>
            <a:ext cx="9052560" cy="586961"/>
          </a:xfrm>
          <a:prstGeom prst="rect">
            <a:avLst/>
          </a:prstGeom>
        </p:spPr>
        <p:txBody>
          <a:bodyPr/>
          <a:lstStyle/>
          <a:p>
            <a:pPr marL="0" lvl="0" indent="0">
              <a:buNone/>
            </a:pPr>
            <a:r>
              <a:t>Figure 3.7</a:t>
            </a:r>
          </a:p>
        </p:txBody>
      </p:sp>
      <p:pic>
        <p:nvPicPr>
          <p:cNvPr id="3" name="Picture 1" descr="A line graph is shown. The x-axis is labeled time in seconds and the y-axis is labeled velocity in meters per second. The graphed line shows a directly proportional relationship between time and velocity."/>
          <p:cNvPicPr>
            <a:picLocks noGrp="1" noChangeAspect="1"/>
          </p:cNvPicPr>
          <p:nvPr/>
        </p:nvPicPr>
        <p:blipFill>
          <a:blip r:embed="rId3"/>
          <a:stretch>
            <a:fillRect/>
          </a:stretch>
        </p:blipFill>
        <p:spPr bwMode="auto">
          <a:xfrm>
            <a:off x="3721100" y="952500"/>
            <a:ext cx="4749800" cy="4660900"/>
          </a:xfrm>
          <a:prstGeom prst="rect">
            <a:avLst/>
          </a:prstGeom>
          <a:noFill/>
          <a:ln w="9525">
            <a:noFill/>
            <a:headEnd/>
            <a:tailEnd/>
          </a:ln>
        </p:spPr>
      </p:pic>
      <p:sp>
        <p:nvSpPr>
          <p:cNvPr id="4" name="TextBox 3"/>
          <p:cNvSpPr txBox="1"/>
          <p:nvPr/>
        </p:nvSpPr>
        <p:spPr>
          <a:xfrm>
            <a:off x="609600" y="5613400"/>
            <a:ext cx="10972800" cy="508000"/>
          </a:xfrm>
          <a:prstGeom prst="rect">
            <a:avLst/>
          </a:prstGeom>
          <a:noFill/>
        </p:spPr>
        <p:txBody>
          <a:bodyPr/>
          <a:lstStyle/>
          <a:p>
            <a:pPr marL="0" lvl="0" indent="0" algn="ctr">
              <a:buNone/>
              <a:defRPr sz="1200"/>
            </a:pPr>
            <a:r>
              <a:t>The slope of velocity versus time is acceleration.</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238539"/>
            <a:ext cx="9052560" cy="586961"/>
          </a:xfrm>
          <a:prstGeom prst="rect">
            <a:avLst/>
          </a:prstGeom>
        </p:spPr>
        <p:txBody>
          <a:bodyPr/>
          <a:lstStyle/>
          <a:p>
            <a:pPr marL="0" lvl="0" indent="0">
              <a:buNone/>
            </a:pPr>
            <a:r>
              <a:t>Figure 3.8</a:t>
            </a:r>
          </a:p>
        </p:txBody>
      </p:sp>
      <p:pic>
        <p:nvPicPr>
          <p:cNvPr id="3" name="Picture 1" descr="A line graph is shown. The x-axis is labeled t squared and the y-axis is labeled two d in meters. The graphed line shows that the slope of two d versus t squared equals constant acceleration."/>
          <p:cNvPicPr>
            <a:picLocks noGrp="1" noChangeAspect="1"/>
          </p:cNvPicPr>
          <p:nvPr/>
        </p:nvPicPr>
        <p:blipFill>
          <a:blip r:embed="rId3"/>
          <a:stretch>
            <a:fillRect/>
          </a:stretch>
        </p:blipFill>
        <p:spPr bwMode="auto">
          <a:xfrm>
            <a:off x="1930400" y="952500"/>
            <a:ext cx="8318500" cy="4660900"/>
          </a:xfrm>
          <a:prstGeom prst="rect">
            <a:avLst/>
          </a:prstGeom>
          <a:noFill/>
          <a:ln w="9525">
            <a:noFill/>
            <a:headEnd/>
            <a:tailEnd/>
          </a:ln>
        </p:spPr>
      </p:pic>
      <p:sp>
        <p:nvSpPr>
          <p:cNvPr id="4" name="TextBox 3"/>
          <p:cNvSpPr txBox="1"/>
          <p:nvPr/>
        </p:nvSpPr>
        <p:spPr>
          <a:xfrm>
            <a:off x="609600" y="5613400"/>
            <a:ext cx="10972800" cy="508000"/>
          </a:xfrm>
          <a:prstGeom prst="rect">
            <a:avLst/>
          </a:prstGeom>
          <a:noFill/>
        </p:spPr>
        <p:txBody>
          <a:bodyPr/>
          <a:lstStyle/>
          <a:p>
            <a:pPr marL="0" lvl="0" indent="0" algn="ctr">
              <a:buNone/>
              <a:defRPr sz="1200"/>
            </a:pPr>
            <a:r>
              <a:t>When acceleration is constant, the slope of 2d versus t2 gives the acceleration.</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238539"/>
            <a:ext cx="9052560" cy="586961"/>
          </a:xfrm>
          <a:prstGeom prst="rect">
            <a:avLst/>
          </a:prstGeom>
        </p:spPr>
        <p:txBody>
          <a:bodyPr/>
          <a:lstStyle/>
          <a:p>
            <a:pPr marL="0" lvl="0" indent="0">
              <a:buNone/>
            </a:pPr>
            <a:r>
              <a:t>Figure 3.9</a:t>
            </a:r>
          </a:p>
        </p:txBody>
      </p:sp>
      <p:pic>
        <p:nvPicPr>
          <p:cNvPr id="3" name="Picture 1" descr="A line graph is shown. The x-axis is labeled two d in meters and the y-axis is labeled v squared in meters per second squared. The graphed line shows a directly proportional relationship between two d, twice the displacement, and v squared, velocity squared."/>
          <p:cNvPicPr>
            <a:picLocks noGrp="1" noChangeAspect="1"/>
          </p:cNvPicPr>
          <p:nvPr/>
        </p:nvPicPr>
        <p:blipFill>
          <a:blip r:embed="rId3"/>
          <a:stretch>
            <a:fillRect/>
          </a:stretch>
        </p:blipFill>
        <p:spPr bwMode="auto">
          <a:xfrm>
            <a:off x="3530600" y="952500"/>
            <a:ext cx="5118100" cy="4660900"/>
          </a:xfrm>
          <a:prstGeom prst="rect">
            <a:avLst/>
          </a:prstGeom>
          <a:noFill/>
          <a:ln w="9525">
            <a:noFill/>
            <a:headEnd/>
            <a:tailEnd/>
          </a:ln>
        </p:spPr>
      </p:pic>
      <p:sp>
        <p:nvSpPr>
          <p:cNvPr id="4" name="TextBox 3"/>
          <p:cNvSpPr txBox="1"/>
          <p:nvPr/>
        </p:nvSpPr>
        <p:spPr>
          <a:xfrm>
            <a:off x="609600" y="5613400"/>
            <a:ext cx="10972800" cy="508000"/>
          </a:xfrm>
          <a:prstGeom prst="rect">
            <a:avLst/>
          </a:prstGeom>
          <a:noFill/>
        </p:spPr>
        <p:txBody>
          <a:bodyPr/>
          <a:lstStyle/>
          <a:p>
            <a:pPr marL="0" lvl="0" indent="0" algn="ctr">
              <a:buNone/>
              <a:defRPr sz="1200"/>
            </a:pPr>
            <a:r>
              <a:t>A line graph is shown. The x-axis is labeled two d in meters and the y-axis is labeled v squared in meters per second squared. The graphed line shows a directly proportional relationship between two d, twice the displacement, and v squared, velocity squared.</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238539"/>
            <a:ext cx="9052560" cy="586961"/>
          </a:xfrm>
          <a:prstGeom prst="rect">
            <a:avLst/>
          </a:prstGeom>
        </p:spPr>
        <p:txBody>
          <a:bodyPr/>
          <a:lstStyle/>
          <a:p>
            <a:pPr marL="0" lvl="0" indent="0">
              <a:buNone/>
            </a:pPr>
            <a:r>
              <a:t>Figure 3.10</a:t>
            </a:r>
          </a:p>
        </p:txBody>
      </p:sp>
      <p:pic>
        <p:nvPicPr>
          <p:cNvPr id="3" name="Picture 1" descr="Smoke is coming from the tires of a race car as the car accelerates at the beginning of a drag race."/>
          <p:cNvPicPr>
            <a:picLocks noGrp="1" noChangeAspect="1"/>
          </p:cNvPicPr>
          <p:nvPr/>
        </p:nvPicPr>
        <p:blipFill>
          <a:blip r:embed="rId3"/>
          <a:stretch>
            <a:fillRect/>
          </a:stretch>
        </p:blipFill>
        <p:spPr bwMode="auto">
          <a:xfrm>
            <a:off x="3213100" y="952500"/>
            <a:ext cx="5778500" cy="4660900"/>
          </a:xfrm>
          <a:prstGeom prst="rect">
            <a:avLst/>
          </a:prstGeom>
          <a:noFill/>
          <a:ln w="9525">
            <a:noFill/>
            <a:headEnd/>
            <a:tailEnd/>
          </a:ln>
        </p:spPr>
      </p:pic>
      <p:sp>
        <p:nvSpPr>
          <p:cNvPr id="4" name="TextBox 3"/>
          <p:cNvSpPr txBox="1"/>
          <p:nvPr/>
        </p:nvSpPr>
        <p:spPr>
          <a:xfrm>
            <a:off x="609600" y="5613400"/>
            <a:ext cx="10972800" cy="508000"/>
          </a:xfrm>
          <a:prstGeom prst="rect">
            <a:avLst/>
          </a:prstGeom>
          <a:noFill/>
        </p:spPr>
        <p:txBody>
          <a:bodyPr/>
          <a:lstStyle/>
          <a:p>
            <a:pPr marL="0" lvl="0" indent="0" algn="ctr">
              <a:buNone/>
              <a:defRPr sz="1200"/>
            </a:pPr>
            <a:r>
              <a:t>Smoke rises from the tires of a dragster at the beginning of a drag race. (Lt. Col. William Thurmond. Photo courtesy of U.S. Army.)</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238539"/>
            <a:ext cx="9052560" cy="586961"/>
          </a:xfrm>
          <a:prstGeom prst="rect">
            <a:avLst/>
          </a:prstGeom>
        </p:spPr>
        <p:txBody>
          <a:bodyPr/>
          <a:lstStyle/>
          <a:p>
            <a:pPr marL="0" lvl="0" indent="0">
              <a:buNone/>
            </a:pPr>
            <a:r>
              <a:t>Figure 3.11</a:t>
            </a:r>
          </a:p>
        </p:txBody>
      </p:sp>
      <p:pic>
        <p:nvPicPr>
          <p:cNvPr id="3" name="Picture 1" descr="An astronaut is strapped into a G-Force simulator."/>
          <p:cNvPicPr>
            <a:picLocks noGrp="1" noChangeAspect="1"/>
          </p:cNvPicPr>
          <p:nvPr/>
        </p:nvPicPr>
        <p:blipFill>
          <a:blip r:embed="rId3"/>
          <a:stretch>
            <a:fillRect/>
          </a:stretch>
        </p:blipFill>
        <p:spPr bwMode="auto">
          <a:xfrm>
            <a:off x="3136900" y="952500"/>
            <a:ext cx="5930900" cy="4660900"/>
          </a:xfrm>
          <a:prstGeom prst="rect">
            <a:avLst/>
          </a:prstGeom>
          <a:noFill/>
          <a:ln w="9525">
            <a:noFill/>
            <a:headEnd/>
            <a:tailEnd/>
          </a:ln>
        </p:spPr>
      </p:pic>
      <p:sp>
        <p:nvSpPr>
          <p:cNvPr id="4" name="TextBox 3"/>
          <p:cNvSpPr txBox="1"/>
          <p:nvPr/>
        </p:nvSpPr>
        <p:spPr>
          <a:xfrm>
            <a:off x="609600" y="5613400"/>
            <a:ext cx="10972800" cy="508000"/>
          </a:xfrm>
          <a:prstGeom prst="rect">
            <a:avLst/>
          </a:prstGeom>
          <a:noFill/>
        </p:spPr>
        <p:txBody>
          <a:bodyPr/>
          <a:lstStyle/>
          <a:p>
            <a:pPr marL="0" lvl="0" indent="0" algn="ctr">
              <a:buNone/>
              <a:defRPr sz="1200"/>
            </a:pPr>
            <a:r>
              <a:t>Astronauts train using G Force Simulators. (NASA)</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238539"/>
            <a:ext cx="9052560" cy="586961"/>
          </a:xfrm>
          <a:prstGeom prst="rect">
            <a:avLst/>
          </a:prstGeom>
        </p:spPr>
        <p:txBody>
          <a:bodyPr/>
          <a:lstStyle/>
          <a:p>
            <a:pPr marL="0" lvl="0" indent="0">
              <a:buNone/>
            </a:pPr>
            <a:r>
              <a:t>Figure 3.12</a:t>
            </a:r>
          </a:p>
        </p:txBody>
      </p:sp>
      <p:pic>
        <p:nvPicPr>
          <p:cNvPr id="3" name="Picture 1" descr="An upward-pointing original velocity vector is shown and is labeled thirteen meters per second. Next to it, a downward, shorter acceleration vector is shown and is labeled negative nine point eight meters per second squared. Unlabeled x and y-axes are shown for reference."/>
          <p:cNvPicPr>
            <a:picLocks noGrp="1" noChangeAspect="1"/>
          </p:cNvPicPr>
          <p:nvPr/>
        </p:nvPicPr>
        <p:blipFill>
          <a:blip r:embed="rId3"/>
          <a:stretch>
            <a:fillRect/>
          </a:stretch>
        </p:blipFill>
        <p:spPr bwMode="auto">
          <a:xfrm>
            <a:off x="609600" y="1574800"/>
            <a:ext cx="10972800" cy="3416300"/>
          </a:xfrm>
          <a:prstGeom prst="rect">
            <a:avLst/>
          </a:prstGeom>
          <a:noFill/>
          <a:ln w="9525">
            <a:noFill/>
            <a:headEnd/>
            <a:tailEnd/>
          </a:ln>
        </p:spPr>
      </p:pic>
      <p:sp>
        <p:nvSpPr>
          <p:cNvPr id="4" name="TextBox 3"/>
          <p:cNvSpPr txBox="1"/>
          <p:nvPr/>
        </p:nvSpPr>
        <p:spPr>
          <a:xfrm>
            <a:off x="609600" y="5613400"/>
            <a:ext cx="10972800" cy="508000"/>
          </a:xfrm>
          <a:prstGeom prst="rect">
            <a:avLst/>
          </a:prstGeom>
          <a:noFill/>
        </p:spPr>
        <p:txBody>
          <a:bodyPr/>
          <a:lstStyle/>
          <a:p>
            <a:pPr marL="0" lvl="0" indent="0" algn="ctr">
              <a:buNone/>
              <a:defRPr sz="1200"/>
            </a:pPr>
            <a:r>
              <a:t>Initial conditions for rock thrown straight up.</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238539"/>
            <a:ext cx="9052560" cy="586961"/>
          </a:xfrm>
          <a:prstGeom prst="rect">
            <a:avLst/>
          </a:prstGeom>
        </p:spPr>
        <p:txBody>
          <a:bodyPr/>
          <a:lstStyle/>
          <a:p>
            <a:pPr marL="0" lvl="0" indent="0">
              <a:buNone/>
            </a:pPr>
            <a:r>
              <a:t>Figure 3.13</a:t>
            </a:r>
          </a:p>
        </p:txBody>
      </p:sp>
      <p:pic>
        <p:nvPicPr>
          <p:cNvPr id="3" name="Picture 1" descr="Three line graphs are shown: position versus time, velocity versus time, and acceleration versus time. In position versus time, the x-axis is labeled time in seconds and the scale is zero through four in increments of one. The y-axis is labeled vertical position in meters and the scale is negative six through ten in increments of two. The graphed line curves upward starting at position zero, zero. It then curves and slopes downward from about one point five, eight and ends at position three, negative five. In velocity versus time, the x-axis is labeled time in seconds and the scale is zero through four in increments of one. The y-axis is labeled velocity in meters per second and the scale is negative twenty through fifteen in increments of five. The graphed line is straight and slopes downward. Plotted data points are approximately zero thirteen, one four, two negative six, and three negative sixteen. In acceleration versus time, the x-axis is labeled time in seconds and the scale is zero through four in increments of one. The y-axis is labeled acceleration in meters per second squared and the scale is negative twelve to zero in increments of two. The graphed line is straight and horizontal at y equals negative ten."/>
          <p:cNvPicPr>
            <a:picLocks noGrp="1" noChangeAspect="1"/>
          </p:cNvPicPr>
          <p:nvPr/>
        </p:nvPicPr>
        <p:blipFill>
          <a:blip r:embed="rId3"/>
          <a:stretch>
            <a:fillRect/>
          </a:stretch>
        </p:blipFill>
        <p:spPr bwMode="auto">
          <a:xfrm>
            <a:off x="2656927" y="1098550"/>
            <a:ext cx="1854200" cy="4660900"/>
          </a:xfrm>
          <a:prstGeom prst="rect">
            <a:avLst/>
          </a:prstGeom>
          <a:noFill/>
          <a:ln w="9525">
            <a:noFill/>
            <a:headEnd/>
            <a:tailEnd/>
          </a:ln>
        </p:spPr>
      </p:pic>
      <p:sp>
        <p:nvSpPr>
          <p:cNvPr id="4" name="TextBox 3"/>
          <p:cNvSpPr txBox="1"/>
          <p:nvPr/>
        </p:nvSpPr>
        <p:spPr>
          <a:xfrm>
            <a:off x="4653895" y="1777123"/>
            <a:ext cx="6053959" cy="3551621"/>
          </a:xfrm>
          <a:prstGeom prst="rect">
            <a:avLst/>
          </a:prstGeom>
          <a:noFill/>
        </p:spPr>
        <p:txBody>
          <a:bodyPr/>
          <a:lstStyle/>
          <a:p>
            <a:pPr marL="0" lvl="0" indent="0" algn="ctr">
              <a:buNone/>
              <a:defRPr sz="1200"/>
            </a:pPr>
            <a:r>
              <a:rPr dirty="0"/>
              <a:t>Three line graphs are shown: position versus time, velocity versus time, and acceleration versus time. In position versus time, the x-axis is labeled time in seconds and the scale is zero through four in increments of one. The y-axis is labeled vertical position in meters and the scale is negative six through ten in increments of two. The graphed line curves upward starting at position zero, zero. It then curves and slopes downward from about one point five, eight and ends at position three, negative five. In velocity versus time, the x-axis is labeled time in seconds and the scale is zero through four in increments of one. The y-axis is labeled velocity in meters per second and the scale is negative twenty through fifteen in increments of five. The graphed line is straight and slopes downward. Plotted data points are approximately zero thirteen, one four, two negative six, and three negative sixteen. In acceleration versus time, the x-axis is labeled time in seconds and the scale is zero through four in increments of one. The y-axis is labeled acceleration in meters per second squared and the scale is negative twelve to zero in increments of two. The graphed line is straight and horizontal at y equals negative ten.</a:t>
            </a:r>
          </a:p>
        </p:txBody>
      </p:sp>
      <p:sp>
        <p:nvSpPr>
          <p:cNvPr id="5" name="TextBox 4">
            <a:extLst>
              <a:ext uri="{FF2B5EF4-FFF2-40B4-BE49-F238E27FC236}">
                <a16:creationId xmlns:a16="http://schemas.microsoft.com/office/drawing/2014/main" id="{0FE8AE12-20DC-3274-57CF-90D0BBE65B04}"/>
              </a:ext>
            </a:extLst>
          </p:cNvPr>
          <p:cNvSpPr txBox="1"/>
          <p:nvPr/>
        </p:nvSpPr>
        <p:spPr>
          <a:xfrm>
            <a:off x="108122" y="6396335"/>
            <a:ext cx="12083878" cy="461665"/>
          </a:xfrm>
          <a:prstGeom prst="rect">
            <a:avLst/>
          </a:prstGeom>
          <a:noFill/>
        </p:spPr>
        <p:txBody>
          <a:bodyPr wrap="square">
            <a:spAutoFit/>
          </a:bodyPr>
          <a:lstStyle/>
          <a:p>
            <a:r>
              <a:rPr lang="en-US" sz="1200" dirty="0"/>
              <a:t>This OpenStax ancillary resource is © Rice University under a CC BY-NC-SA 4.0 International license; it may be reproduced or modified for noncommercial purposes only but must be attributed to OpenStax, Rice University and any changes must be noted. Any adaptation must be shared under the same type of license.</a:t>
            </a:r>
          </a:p>
        </p:txBody>
      </p:sp>
    </p:spTree>
  </p:cSld>
  <p:clrMapOvr>
    <a:masterClrMapping/>
  </p:clrMapOvr>
</p:sld>
</file>

<file path=ppt/theme/theme1.xml><?xml version="1.0" encoding="utf-8"?>
<a:theme xmlns:a="http://schemas.openxmlformats.org/drawingml/2006/main" name="Office Theme">
  <a:themeElements>
    <a:clrScheme name="Custom 1">
      <a:dk1>
        <a:srgbClr val="000000"/>
      </a:dk1>
      <a:lt1>
        <a:srgbClr val="FFFFFF"/>
      </a:lt1>
      <a:dk2>
        <a:srgbClr val="44546A"/>
      </a:dk2>
      <a:lt2>
        <a:srgbClr val="E7E6E6"/>
      </a:lt2>
      <a:accent1>
        <a:srgbClr val="609A33"/>
      </a:accent1>
      <a:accent2>
        <a:srgbClr val="DB5935"/>
      </a:accent2>
      <a:accent3>
        <a:srgbClr val="464846"/>
      </a:accent3>
      <a:accent4>
        <a:srgbClr val="EAC322"/>
      </a:accent4>
      <a:accent5>
        <a:srgbClr val="1B1E3F"/>
      </a:accent5>
      <a:accent6>
        <a:srgbClr val="70AD47"/>
      </a:accent6>
      <a:hlink>
        <a:srgbClr val="29749C"/>
      </a:hlink>
      <a:folHlink>
        <a:srgbClr val="94507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1366</Words>
  <Application>Microsoft Macintosh PowerPoint</Application>
  <PresentationFormat>Widescreen</PresentationFormat>
  <Paragraphs>58</Paragraphs>
  <Slides>15</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Physics</vt:lpstr>
      <vt:lpstr>Chapter outline</vt:lpstr>
      <vt:lpstr>Figure 3.1</vt:lpstr>
      <vt:lpstr>Figure 3.2</vt:lpstr>
      <vt:lpstr>Figure 3.3</vt:lpstr>
      <vt:lpstr>Figure 3.4</vt:lpstr>
      <vt:lpstr>Figure 3.5</vt:lpstr>
      <vt:lpstr>Figure 3.6</vt:lpstr>
      <vt:lpstr>Figure 3.7</vt:lpstr>
      <vt:lpstr>Figure 3.8</vt:lpstr>
      <vt:lpstr>Figure 3.9</vt:lpstr>
      <vt:lpstr>Figure 3.10</vt:lpstr>
      <vt:lpstr>Figure 3.11</vt:lpstr>
      <vt:lpstr>Figure 3.12</vt:lpstr>
      <vt:lpstr>Figure 3.13</vt:lpstr>
    </vt:vector>
  </TitlesOfParts>
  <LinksUpToDate>false</LinksUpToDate>
  <SharedDoc>false</SharedDoc>
  <HyperlinksChanged>false</HyperlinksChanged>
  <AppVersion>16.0000</AppVersion>
</Properties>
</file>

<file path=docProps/app0.xml><?xml version="1.0" encoding="utf-8"?>
<Properties xmlns="http://schemas.openxmlformats.org/officeDocument/2006/extended-properties" xmlns:vt="http://schemas.openxmlformats.org/officeDocument/2006/docPropsVTypes">
  <TotalTime>300</TotalTime>
  <Words>44</Words>
  <Application>Microsoft Macintosh PowerPoint</Application>
  <PresentationFormat>Widescreen</PresentationFormat>
  <Paragraphs>12</Paragraphs>
  <Slides>4</Slides>
  <Notes>2</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4</vt:i4>
      </vt:variant>
    </vt:vector>
  </HeadingPairs>
  <TitlesOfParts>
    <vt:vector size="8" baseType="lpstr">
      <vt:lpstr>Arial</vt:lpstr>
      <vt:lpstr>Calibri</vt:lpstr>
      <vt:lpstr>Calibri Light</vt:lpstr>
      <vt:lpstr>Office Theme</vt:lpstr>
      <vt:lpstr>Presentation Title</vt:lpstr>
      <vt:lpstr>Slide Title</vt:lpstr>
      <vt:lpstr>Section header</vt:lpstr>
      <vt:lpstr>Slide Title for Two-Content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Physics</dc:title>
  <dc:creator/>
  <cp:keywords/>
  <cp:lastModifiedBy>Theresa Masciale</cp:lastModifiedBy>
  <cp:revision>1</cp:revision>
  <dcterms:created xsi:type="dcterms:W3CDTF">2025-12-17T21:03:40Z</dcterms:created>
  <dcterms:modified xsi:type="dcterms:W3CDTF">2025-12-17T21:31:53Z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subtitle">
    <vt:lpwstr>Chapter 3 Acceleration</vt:lpwstr>
  </property>
</Properties>
</file>